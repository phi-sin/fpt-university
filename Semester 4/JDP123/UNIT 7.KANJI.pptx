
<file path=[Content_Types].xml><?xml version="1.0" encoding="utf-8"?>
<Types xmlns="http://schemas.openxmlformats.org/package/2006/content-types">
  <Default Extension="png" ContentType="image/png"/>
  <Default Extension="mp3" ContentType="audio/mpe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634" r:id="rId2"/>
    <p:sldId id="635" r:id="rId3"/>
    <p:sldId id="686" r:id="rId4"/>
    <p:sldId id="687" r:id="rId5"/>
    <p:sldId id="688" r:id="rId6"/>
    <p:sldId id="636" r:id="rId7"/>
    <p:sldId id="637" r:id="rId8"/>
    <p:sldId id="638" r:id="rId9"/>
    <p:sldId id="639" r:id="rId10"/>
    <p:sldId id="640" r:id="rId11"/>
    <p:sldId id="641" r:id="rId12"/>
    <p:sldId id="643" r:id="rId13"/>
    <p:sldId id="685" r:id="rId14"/>
    <p:sldId id="675" r:id="rId15"/>
    <p:sldId id="689" r:id="rId16"/>
    <p:sldId id="651" r:id="rId17"/>
    <p:sldId id="656" r:id="rId18"/>
    <p:sldId id="657" r:id="rId19"/>
    <p:sldId id="658" r:id="rId20"/>
    <p:sldId id="659" r:id="rId21"/>
    <p:sldId id="660" r:id="rId22"/>
    <p:sldId id="661" r:id="rId23"/>
    <p:sldId id="662" r:id="rId24"/>
    <p:sldId id="663" r:id="rId25"/>
    <p:sldId id="664" r:id="rId26"/>
    <p:sldId id="665" r:id="rId27"/>
    <p:sldId id="666" r:id="rId28"/>
    <p:sldId id="667" r:id="rId29"/>
    <p:sldId id="668" r:id="rId30"/>
    <p:sldId id="676" r:id="rId31"/>
    <p:sldId id="677" r:id="rId32"/>
    <p:sldId id="682" r:id="rId33"/>
    <p:sldId id="684" r:id="rId34"/>
    <p:sldId id="683" r:id="rId35"/>
    <p:sldId id="678" r:id="rId36"/>
    <p:sldId id="679" r:id="rId37"/>
    <p:sldId id="680" r:id="rId38"/>
    <p:sldId id="681" r:id="rId39"/>
    <p:sldId id="690" r:id="rId40"/>
    <p:sldId id="69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6" d="100"/>
        <a:sy n="106" d="100"/>
      </p:scale>
      <p:origin x="0" y="-100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76264-3341-4A15-A6D3-C53A6D50FA21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BB0B8-A1FB-4EE0-A058-CD3B180EB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5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4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56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24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62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94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45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01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56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40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01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32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319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F8EC8-14EC-4C86-BA92-EA5489251AD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656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BB0B8-A1FB-4EE0-A058-CD3B180EB62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19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A771-225A-0EFE-B567-FC6B7DC28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4693C-316A-3F68-03EE-3BD4BCEFA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A58DF-53EB-E0B3-8191-A297F47E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710-BB51-4823-B1BA-C025F82ACADB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0079D-0144-5DB1-B77A-93E42C15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4C3D9-B101-C490-0AE7-5AFA4657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687E4-FE48-4C27-9AE2-55122956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1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152-C02A-EAD4-AA12-2963327CE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6A76A-A683-DBA5-83E8-B942FC222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0C8C7-DE3C-6950-7526-E5CDD82AF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710-BB51-4823-B1BA-C025F82ACADB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75492-B762-04CE-C584-A13CED250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B1BC9-D01E-2DCE-4305-A5513891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687E4-FE48-4C27-9AE2-55122956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4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FD758-CB09-F990-7C7D-D171F3BE0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310DC-8E5B-44FE-3096-12ECDE325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E174-90AF-BD78-9737-F3346FE4A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710-BB51-4823-B1BA-C025F82ACADB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B35BD-E699-992F-FA5D-E34503AF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52FDE-FB84-ED4F-6259-50C9E1398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687E4-FE48-4C27-9AE2-55122956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87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1B4F-1238-F79B-92E3-3057CE85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96466-1E76-E3DF-C223-FF81EF025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D7726-C627-3C3F-DC6D-5ECCEBAB3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1878C-D207-C40C-9CC4-49C72160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710-BB51-4823-B1BA-C025F82ACADB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A2781-6314-9429-B9D2-BAEC8EC56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9AE9E-CC0C-CA3B-AC2C-F9A1DFB9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687E4-FE48-4C27-9AE2-55122956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8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DFF1C-4713-3148-D5D3-E017DCEAF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F0A92-3B0C-3EEE-B517-4B33DB95B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CF30D-9298-B73E-267E-9002CA64F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B57DF0-1726-0D7A-1E48-7F33CEE17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9E6A36-118B-935E-B434-8518FD7F0E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47D648-38BC-5A4D-A3D5-742A0DB0C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710-BB51-4823-B1BA-C025F82ACADB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E8E733-6F83-7F35-AD8A-B39D0D7C2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881BDD-5293-98B8-6F53-7C3AA3B20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687E4-FE48-4C27-9AE2-55122956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63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5041F-48D0-BD31-A764-BC407A80D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1258D7-8EE9-37B2-3C21-A788EE8F8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710-BB51-4823-B1BA-C025F82ACADB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194BE-60C6-3190-5BE7-4609B353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A35D1-3087-AF7F-7810-278A201B9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687E4-FE48-4C27-9AE2-55122956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3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26F6B-78A0-DB96-8B5E-62A3BB1CE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710-BB51-4823-B1BA-C025F82ACADB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3AD2B4-B996-691D-3BD4-61CD8D82A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A8FB0-4158-D8FF-9BC3-66035A0F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687E4-FE48-4C27-9AE2-55122956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77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0A54-D51A-2214-8EE1-48A9098DB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7E009-8B55-8151-F503-0D6427BDC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7EFBB-01A0-038C-DDD8-37813CC3C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41C35-505C-A090-C809-561E197F2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710-BB51-4823-B1BA-C025F82ACADB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46CE8-FF11-FBAC-E51A-471316E79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DEE78-2B75-D656-67FD-47AB074BA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687E4-FE48-4C27-9AE2-55122956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4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4EC1-4655-702F-5400-2573EE24D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25C7F3-2734-E164-DB9C-DEF74E3E8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43303-B60F-6919-45F2-CB901BF9E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9E767-7EA3-E723-5D5F-094A8D7B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710-BB51-4823-B1BA-C025F82ACADB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14C62-DD72-6E60-F7B4-83AFCD0F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9DF52-E73D-5F57-BDFA-8F8478A1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687E4-FE48-4C27-9AE2-55122956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7D95-E6F3-1DC5-C7BB-E6E09F237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907E6-CC97-2C83-9B68-28D308FFD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55455-2698-8A9B-BBF1-363E2E6C0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710-BB51-4823-B1BA-C025F82ACADB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D2871-4F8B-62D2-1E52-F41CC5FC9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46BF4-D8AF-BA4F-F969-BB502967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687E4-FE48-4C27-9AE2-55122956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64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E86524-3ECF-5A18-BCFC-756725F78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30507-A7E9-90CF-ED2A-0D5640E94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30A18-AA76-F3FB-2D7E-C96C7186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710-BB51-4823-B1BA-C025F82ACADB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352A7-3F5D-057C-FA61-81C8D02D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57766-A825-C5F4-7BA6-D00F741E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687E4-FE48-4C27-9AE2-55122956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60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9A8C8-594F-1BD2-D27E-2E3BC54A3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2D6CF-8B71-8F85-F478-8AEF26A43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8FCB5-59B5-928D-7BEF-25C88BA0A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18710-BB51-4823-B1BA-C025F82ACADB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D01CF-7D34-C7C2-0B7A-41AC1E80D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15BB2-8131-2191-4EBD-2EFABE735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687E4-FE48-4C27-9AE2-55122956A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63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10" Type="http://schemas.openxmlformats.org/officeDocument/2006/relationships/image" Target="../media/image3.png"/><Relationship Id="rId4" Type="http://schemas.openxmlformats.org/officeDocument/2006/relationships/image" Target="../media/image19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media" Target="../media/media2.mp3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mp3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media" Target="../media/media4.mp3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.mp3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media" Target="../media/media6.mp3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6.mp3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media" Target="../media/media8.mp3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8.mp3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media" Target="../media/media10.mp3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0.mp3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media" Target="../media/media4.mp3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.mp3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media" Target="../media/media12.mp3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2.mp3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media" Target="../media/media14.mp3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4.mp3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86100" y="2228851"/>
            <a:ext cx="6629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3800" dirty="0"/>
              <a:t>UNIT </a:t>
            </a:r>
            <a:r>
              <a:rPr lang="en-US" sz="138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9599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r="409" b="3165"/>
          <a:stretch/>
        </p:blipFill>
        <p:spPr>
          <a:xfrm>
            <a:off x="1072170" y="382041"/>
            <a:ext cx="7947251" cy="13224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4803" y="2151350"/>
            <a:ext cx="35856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20411" y="2151350"/>
            <a:ext cx="4357688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NHỤC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03" y="3336953"/>
            <a:ext cx="4882506" cy="1137377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0410" y="3348501"/>
            <a:ext cx="4357689" cy="1137376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THỊT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03" y="4537145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肉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20411" y="4537145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にく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14632" y="4537145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THỊT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03" y="5728980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牛肉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220411" y="5728980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ぎゅうにく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914632" y="5728980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THỊT BÒ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-238408" y="0"/>
            <a:ext cx="1505131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5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肉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pic>
        <p:nvPicPr>
          <p:cNvPr id="2" name="Picture 2" descr="肉」 | 日本語の絵">
            <a:extLst>
              <a:ext uri="{FF2B5EF4-FFF2-40B4-BE49-F238E27FC236}">
                <a16:creationId xmlns:a16="http://schemas.microsoft.com/office/drawing/2014/main" id="{226AA5C6-4037-A5AA-6AFA-61CF4E843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352" y="152677"/>
            <a:ext cx="1781175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626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0" y="2151350"/>
            <a:ext cx="35856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85608" y="2151350"/>
            <a:ext cx="4357688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NGƯU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0" y="3336953"/>
            <a:ext cx="4882506" cy="1137377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5607" y="3348501"/>
            <a:ext cx="4357689" cy="1137376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BÒ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0" y="4537145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牛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185608" y="4537145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うし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79829" y="4537145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 BÒ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0" y="5728980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牛肉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185608" y="5728980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ぎゅうにく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79829" y="5728980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THỊT BÒ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-238408" y="0"/>
            <a:ext cx="1505131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5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牛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254" y="478791"/>
            <a:ext cx="4656223" cy="121168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/>
          <a:srcRect l="20984" t="9402" r="10619" b="2852"/>
          <a:stretch/>
        </p:blipFill>
        <p:spPr>
          <a:xfrm>
            <a:off x="6470008" y="100502"/>
            <a:ext cx="2003634" cy="182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0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0" y="2151350"/>
            <a:ext cx="35856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85608" y="2151350"/>
            <a:ext cx="4357688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KÊ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0" y="3336953"/>
            <a:ext cx="4882506" cy="1137377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5607" y="3348501"/>
            <a:ext cx="4357689" cy="1137376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 GÀ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0" y="4537145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鶏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185608" y="4537145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とり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79829" y="4537145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 GÀ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0" y="5728980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鶏</a:t>
            </a:r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肉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185608" y="5728980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と</a:t>
            </a:r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りに</a:t>
            </a:r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く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79829" y="5728980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THỊT GÀ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505131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鶏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052" y="154879"/>
            <a:ext cx="2362405" cy="185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05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0" y="2151350"/>
            <a:ext cx="35856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85608" y="2151350"/>
            <a:ext cx="4357688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ĐỘN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0" y="3336953"/>
            <a:ext cx="4882506" cy="1137377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5607" y="3348501"/>
            <a:ext cx="4357689" cy="1137376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HEO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0" y="4537145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豚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185608" y="4537145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ぶた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79829" y="4537145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HEO 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0" y="5728980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豚肉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185608" y="5728980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ぶ</a:t>
            </a:r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たに</a:t>
            </a:r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く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79829" y="5728980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THỊT HEO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505131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豚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75" b="96647" l="0" r="98252">
                        <a14:foregroundMark x1="62330" y1="17949" x2="70097" y2="71400"/>
                        <a14:foregroundMark x1="18835" y1="22880" x2="16505" y2="597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33516" y="0"/>
            <a:ext cx="1891429" cy="186204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829" y="548245"/>
            <a:ext cx="7491109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91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660" y="106858"/>
            <a:ext cx="9206424" cy="19308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6121" y="2089022"/>
            <a:ext cx="35856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1729" y="2089022"/>
            <a:ext cx="4357688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LIỆU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121" y="3274625"/>
            <a:ext cx="4882506" cy="1137377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1728" y="3286173"/>
            <a:ext cx="4357689" cy="1137376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NGUYÊN LIỆU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121" y="4474817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料理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91728" y="4474817"/>
            <a:ext cx="5014914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りょうり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24632" y="4474817"/>
            <a:ext cx="3930555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MÓN ĂN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256" y="0"/>
            <a:ext cx="1505131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5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料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2854DD-0330-EBA6-1186-7B214393B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642" y="2170260"/>
            <a:ext cx="1607959" cy="137171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r="39892"/>
          <a:stretch/>
        </p:blipFill>
        <p:spPr>
          <a:xfrm>
            <a:off x="10532718" y="3368104"/>
            <a:ext cx="1312470" cy="105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2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87" y="56413"/>
            <a:ext cx="8953960" cy="18654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20020" y="2039109"/>
            <a:ext cx="35856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05628" y="2039109"/>
            <a:ext cx="4357688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DÃ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0020" y="3224712"/>
            <a:ext cx="4882506" cy="1137377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05627" y="3236260"/>
            <a:ext cx="4357689" cy="1137376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HOANG DÃ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0020" y="4424904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野菜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05628" y="4424904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やさい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99849" y="4424904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RAU CỦ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256" y="0"/>
            <a:ext cx="1505131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5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野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886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656" y="104005"/>
            <a:ext cx="8621768" cy="176573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7758" y="2039108"/>
            <a:ext cx="35856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3366" y="2039108"/>
            <a:ext cx="4357688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THÁI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7758" y="3224711"/>
            <a:ext cx="4882506" cy="1137377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73365" y="3236259"/>
            <a:ext cx="4357689" cy="1137376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MÓN TỪ RAU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58" y="4424903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野菜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573366" y="4424903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やさい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267587" y="4424903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RAU CỦ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2350" y="0"/>
            <a:ext cx="1505131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5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菜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303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9" y="149035"/>
            <a:ext cx="5296243" cy="12715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3668" y="-1"/>
            <a:ext cx="15051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96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半</a:t>
            </a:r>
            <a:endParaRPr lang="en-US" sz="96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37632" y="1569660"/>
            <a:ext cx="35856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3240" y="1569660"/>
            <a:ext cx="3701802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BÁN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632" y="3955455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半分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23240" y="3955455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はんぶん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17461" y="3955455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MỘT NỬA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632" y="5147290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時半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23240" y="5147290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じはん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117461" y="5147290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GIỜ RƯỠI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678" y="0"/>
            <a:ext cx="2460950" cy="119416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207678" y="1276262"/>
            <a:ext cx="4684279" cy="5777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DÙNG KIẾM CHẶT 3 SỢI CHỈ, NHƯNG CHỈ CÓ 1 SỢI BỊ ĐỨT</a:t>
            </a:r>
          </a:p>
        </p:txBody>
      </p:sp>
    </p:spTree>
    <p:extLst>
      <p:ext uri="{BB962C8B-B14F-4D97-AF65-F5344CB8AC3E}">
        <p14:creationId xmlns:p14="http://schemas.microsoft.com/office/powerpoint/2010/main" val="374065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649"/>
          <a:stretch/>
        </p:blipFill>
        <p:spPr>
          <a:xfrm>
            <a:off x="2385738" y="139802"/>
            <a:ext cx="4129362" cy="113178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80607" y="-79135"/>
            <a:ext cx="15051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96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分</a:t>
            </a:r>
            <a:endParaRPr lang="en-US" sz="96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37632" y="1569660"/>
            <a:ext cx="35856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3240" y="1569660"/>
            <a:ext cx="4357688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PHÂN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632" y="2755263"/>
            <a:ext cx="4882506" cy="1137377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3239" y="2766811"/>
            <a:ext cx="4357689" cy="1137376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HIỂU , PHÚT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632" y="3955455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23240" y="3955455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ふん／ぷん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17461" y="3955455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PHÚT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632" y="5147290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分かります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23240" y="5147290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わかります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117461" y="5147290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HIỂU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F48D14-B2F0-794D-F108-884C36B1E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944" y="139802"/>
            <a:ext cx="2034716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64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745" y="270408"/>
            <a:ext cx="2972215" cy="10288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7682" y="0"/>
            <a:ext cx="20381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96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大</a:t>
            </a:r>
            <a:endParaRPr lang="en-US" sz="96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37632" y="1569660"/>
            <a:ext cx="35856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3240" y="1569660"/>
            <a:ext cx="4357688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ĐẠI 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632" y="3955455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大きい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23240" y="3955455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おおきい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17461" y="3955455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LỚN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632" y="5147290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大学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23240" y="5147290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だいがく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117461" y="5147290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TRƯỜNG ĐẠI HỌC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074" y="163217"/>
            <a:ext cx="2901741" cy="127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979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" r="274" b="3169"/>
          <a:stretch/>
        </p:blipFill>
        <p:spPr>
          <a:xfrm>
            <a:off x="2064440" y="106886"/>
            <a:ext cx="3935364" cy="135588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71611" y="1902631"/>
            <a:ext cx="3585659" cy="112583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HÁN VIỆT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7219" y="1902631"/>
            <a:ext cx="4357688" cy="1137377"/>
          </a:xfrm>
          <a:prstGeom prst="roundRect">
            <a:avLst/>
          </a:prstGeom>
          <a:solidFill>
            <a:srgbClr val="6DCFF6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TIỂU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611" y="3088234"/>
            <a:ext cx="4882506" cy="1137377"/>
          </a:xfrm>
          <a:prstGeom prst="roundRect">
            <a:avLst/>
          </a:prstGeom>
          <a:solidFill>
            <a:srgbClr val="23ADCD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7218" y="3099782"/>
            <a:ext cx="4357689" cy="1137376"/>
          </a:xfrm>
          <a:prstGeom prst="roundRect">
            <a:avLst/>
          </a:prstGeom>
          <a:solidFill>
            <a:srgbClr val="9FCF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NHỎ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611" y="4288426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小さい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476663" y="4288426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ちいさい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51440" y="4288426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NHỎ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611" y="5480261"/>
            <a:ext cx="4882506" cy="1129020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小学校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513272" y="5480261"/>
            <a:ext cx="5014913" cy="1129020"/>
          </a:xfrm>
          <a:prstGeom prst="roundRect">
            <a:avLst/>
          </a:prstGeom>
          <a:solidFill>
            <a:srgbClr val="0E947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4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しょうがっこう</a:t>
            </a:r>
            <a:endParaRPr lang="en-US" sz="4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151440" y="5480261"/>
            <a:ext cx="4235342" cy="1129020"/>
          </a:xfrm>
          <a:prstGeom prst="roundRect">
            <a:avLst/>
          </a:prstGeom>
          <a:solidFill>
            <a:srgbClr val="70C5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TRƯỜNG TIỂU HỌC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68" y="-1"/>
            <a:ext cx="15051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96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小</a:t>
            </a:r>
            <a:endParaRPr lang="en-US" sz="96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075" y="0"/>
            <a:ext cx="2616219" cy="149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43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92" y="3429677"/>
            <a:ext cx="2308341" cy="79904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5140" y="3429677"/>
            <a:ext cx="1596537" cy="7990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4000" b="1" dirty="0" smtClean="0">
                <a:ln w="0"/>
                <a:solidFill>
                  <a:schemeClr val="bg1"/>
                </a:solidFill>
              </a:rPr>
              <a:t>LỚN </a:t>
            </a:r>
            <a:endParaRPr lang="en-US" sz="40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0280" y="2480872"/>
            <a:ext cx="1578769" cy="7990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4000" b="1" dirty="0" smtClean="0">
                <a:ln w="0"/>
                <a:solidFill>
                  <a:schemeClr val="bg1"/>
                </a:solidFill>
              </a:rPr>
              <a:t>NHỎ</a:t>
            </a:r>
            <a:endParaRPr lang="en-US" sz="40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204623" y="529645"/>
            <a:ext cx="3250703" cy="7990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 smtClean="0">
                <a:ln w="0"/>
                <a:solidFill>
                  <a:schemeClr val="bg1"/>
                </a:solidFill>
              </a:rPr>
              <a:t>NGUYÊN LIỆU </a:t>
            </a:r>
            <a:endParaRPr lang="en-US" sz="40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04623" y="2381003"/>
            <a:ext cx="3250703" cy="7990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4000" b="1" dirty="0" smtClean="0">
                <a:ln w="0"/>
                <a:solidFill>
                  <a:schemeClr val="bg1"/>
                </a:solidFill>
              </a:rPr>
              <a:t>MỘT NỬA </a:t>
            </a:r>
            <a:endParaRPr lang="en-US" sz="40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204623" y="1455324"/>
            <a:ext cx="3250703" cy="7990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 smtClean="0">
                <a:ln w="0"/>
                <a:solidFill>
                  <a:schemeClr val="bg1"/>
                </a:solidFill>
              </a:rPr>
              <a:t>HIỂU, PHẦN</a:t>
            </a:r>
            <a:endParaRPr lang="en-US" sz="40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5140" y="543404"/>
            <a:ext cx="1593909" cy="7990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4000" b="1" dirty="0" smtClean="0">
                <a:ln w="0"/>
                <a:solidFill>
                  <a:schemeClr val="bg1"/>
                </a:solidFill>
              </a:rPr>
              <a:t>THỊT </a:t>
            </a:r>
            <a:endParaRPr lang="en-US" sz="40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5140" y="1512138"/>
            <a:ext cx="1593909" cy="7990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4000" b="1" dirty="0" smtClean="0">
                <a:ln w="0"/>
                <a:solidFill>
                  <a:schemeClr val="bg1"/>
                </a:solidFill>
              </a:rPr>
              <a:t>BÒ </a:t>
            </a:r>
            <a:endParaRPr lang="en-US" sz="4000" b="1" dirty="0">
              <a:ln w="0"/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b="3649"/>
          <a:stretch/>
        </p:blipFill>
        <p:spPr>
          <a:xfrm>
            <a:off x="8455326" y="1500151"/>
            <a:ext cx="2666406" cy="76702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t="1" r="274" b="3169"/>
          <a:stretch/>
        </p:blipFill>
        <p:spPr>
          <a:xfrm>
            <a:off x="1609049" y="2472033"/>
            <a:ext cx="2312628" cy="7967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326" y="2424067"/>
            <a:ext cx="3329014" cy="75597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0" y="5347216"/>
            <a:ext cx="1596537" cy="7990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4000" b="1" dirty="0" smtClean="0">
                <a:ln w="0"/>
                <a:solidFill>
                  <a:schemeClr val="bg1"/>
                </a:solidFill>
              </a:rPr>
              <a:t>THÁI </a:t>
            </a:r>
            <a:endParaRPr lang="en-US" sz="40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5140" y="4398411"/>
            <a:ext cx="1578769" cy="799041"/>
          </a:xfrm>
          <a:prstGeom prst="roundRect">
            <a:avLst/>
          </a:prstGeom>
          <a:solidFill>
            <a:srgbClr val="066765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4000" b="1" dirty="0" smtClean="0">
                <a:ln w="0"/>
                <a:solidFill>
                  <a:schemeClr val="bg1"/>
                </a:solidFill>
              </a:rPr>
              <a:t>DÃ </a:t>
            </a:r>
            <a:endParaRPr lang="en-US" sz="4000" b="1" dirty="0">
              <a:ln w="0"/>
              <a:solidFill>
                <a:schemeClr val="bg1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3909" y="4398411"/>
            <a:ext cx="4087796" cy="85162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7"/>
          <a:srcRect r="409" b="3165"/>
          <a:stretch/>
        </p:blipFill>
        <p:spPr>
          <a:xfrm>
            <a:off x="1593908" y="563763"/>
            <a:ext cx="3536209" cy="76492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5326" y="516836"/>
            <a:ext cx="3719924" cy="78019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3908" y="5376267"/>
            <a:ext cx="4087797" cy="109213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9050" y="1456841"/>
            <a:ext cx="3521067" cy="92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/>
          <p:cNvSpPr/>
          <p:nvPr/>
        </p:nvSpPr>
        <p:spPr>
          <a:xfrm>
            <a:off x="4805104" y="109643"/>
            <a:ext cx="2329484" cy="9833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判</a:t>
            </a:r>
            <a:endParaRPr lang="en-US" sz="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2342124" y="109643"/>
            <a:ext cx="2329484" cy="98335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i="0" u="none" strike="noStrike" dirty="0">
                <a:solidFill>
                  <a:schemeClr val="tx1"/>
                </a:solidFill>
                <a:effectLst/>
                <a:latin typeface="MS Mincho" panose="02020609040205080304" pitchFamily="49" charset="-128"/>
                <a:ea typeface="MS Mincho" panose="02020609040205080304" pitchFamily="49" charset="-128"/>
              </a:rPr>
              <a:t>半</a:t>
            </a:r>
            <a:endParaRPr lang="en-US" sz="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6" name="Rectangle: Rounded Corners 5"/>
          <p:cNvSpPr/>
          <p:nvPr/>
        </p:nvSpPr>
        <p:spPr>
          <a:xfrm>
            <a:off x="7268084" y="109644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券</a:t>
            </a:r>
            <a:endParaRPr lang="en-US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82923"/>
            <a:ext cx="2208628" cy="83679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BÁN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4E8425E-50D5-54AE-817C-315ABA0B77EA}"/>
              </a:ext>
            </a:extLst>
          </p:cNvPr>
          <p:cNvSpPr/>
          <p:nvPr/>
        </p:nvSpPr>
        <p:spPr>
          <a:xfrm>
            <a:off x="9731064" y="109643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羊</a:t>
            </a:r>
            <a:endParaRPr lang="en-US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B5BB6C-4C7B-9D32-BE54-C8A05036514F}"/>
              </a:ext>
            </a:extLst>
          </p:cNvPr>
          <p:cNvSpPr/>
          <p:nvPr/>
        </p:nvSpPr>
        <p:spPr>
          <a:xfrm>
            <a:off x="4805104" y="1218006"/>
            <a:ext cx="2329484" cy="9833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刀</a:t>
            </a:r>
            <a:endParaRPr lang="en-US" sz="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30720D-8A1D-DF0E-52E5-0EB8B5D95F69}"/>
              </a:ext>
            </a:extLst>
          </p:cNvPr>
          <p:cNvSpPr/>
          <p:nvPr/>
        </p:nvSpPr>
        <p:spPr>
          <a:xfrm>
            <a:off x="2342124" y="1218006"/>
            <a:ext cx="2329484" cy="98335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公</a:t>
            </a:r>
            <a:endParaRPr lang="en-US" sz="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5F8D07E-93B1-F8D3-CA66-924919CE722E}"/>
              </a:ext>
            </a:extLst>
          </p:cNvPr>
          <p:cNvSpPr/>
          <p:nvPr/>
        </p:nvSpPr>
        <p:spPr>
          <a:xfrm>
            <a:off x="7268084" y="1218007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分</a:t>
            </a:r>
            <a:endParaRPr lang="en-US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660DD0-5F88-4081-5E06-9D0EA7B4E08F}"/>
              </a:ext>
            </a:extLst>
          </p:cNvPr>
          <p:cNvSpPr/>
          <p:nvPr/>
        </p:nvSpPr>
        <p:spPr>
          <a:xfrm>
            <a:off x="0" y="1291286"/>
            <a:ext cx="2208628" cy="83679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PHÂN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9453D10-0922-DFC0-82EA-D7689CA8D4C6}"/>
              </a:ext>
            </a:extLst>
          </p:cNvPr>
          <p:cNvSpPr/>
          <p:nvPr/>
        </p:nvSpPr>
        <p:spPr>
          <a:xfrm>
            <a:off x="9731064" y="1218006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辺</a:t>
            </a:r>
            <a:endParaRPr lang="en-US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0F999E5-1EF3-834E-DCC1-DC87A3B3EEED}"/>
              </a:ext>
            </a:extLst>
          </p:cNvPr>
          <p:cNvSpPr/>
          <p:nvPr/>
        </p:nvSpPr>
        <p:spPr>
          <a:xfrm>
            <a:off x="4805104" y="2326368"/>
            <a:ext cx="2329484" cy="9833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大</a:t>
            </a:r>
            <a:endParaRPr lang="en-US" sz="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8C9647D-CDC6-BC66-9984-96A651F8D242}"/>
              </a:ext>
            </a:extLst>
          </p:cNvPr>
          <p:cNvSpPr/>
          <p:nvPr/>
        </p:nvSpPr>
        <p:spPr>
          <a:xfrm>
            <a:off x="2342124" y="2326368"/>
            <a:ext cx="2329484" cy="98335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犬</a:t>
            </a:r>
            <a:endParaRPr lang="en-US" sz="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C838936-9E40-FA1A-187A-3F67E79FFD3E}"/>
              </a:ext>
            </a:extLst>
          </p:cNvPr>
          <p:cNvSpPr/>
          <p:nvPr/>
        </p:nvSpPr>
        <p:spPr>
          <a:xfrm>
            <a:off x="7268084" y="2326369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太</a:t>
            </a:r>
            <a:endParaRPr lang="en-US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4AFCB5-3525-6890-5F4D-C51AA3048640}"/>
              </a:ext>
            </a:extLst>
          </p:cNvPr>
          <p:cNvSpPr/>
          <p:nvPr/>
        </p:nvSpPr>
        <p:spPr>
          <a:xfrm>
            <a:off x="0" y="2399648"/>
            <a:ext cx="2208628" cy="83679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ĐẠI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B70EC16-1AF0-8B22-5878-F086DA5924FE}"/>
              </a:ext>
            </a:extLst>
          </p:cNvPr>
          <p:cNvSpPr/>
          <p:nvPr/>
        </p:nvSpPr>
        <p:spPr>
          <a:xfrm>
            <a:off x="9731064" y="2326368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夫</a:t>
            </a:r>
            <a:endParaRPr lang="en-US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86A39A9-494B-2B48-F11B-95DC9D5F43C2}"/>
              </a:ext>
            </a:extLst>
          </p:cNvPr>
          <p:cNvSpPr/>
          <p:nvPr/>
        </p:nvSpPr>
        <p:spPr>
          <a:xfrm>
            <a:off x="4805104" y="3434729"/>
            <a:ext cx="2329484" cy="9833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少</a:t>
            </a:r>
            <a:endParaRPr lang="en-US" sz="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1658221-0202-543B-3566-408289BF006F}"/>
              </a:ext>
            </a:extLst>
          </p:cNvPr>
          <p:cNvSpPr/>
          <p:nvPr/>
        </p:nvSpPr>
        <p:spPr>
          <a:xfrm>
            <a:off x="2342124" y="3434729"/>
            <a:ext cx="2329484" cy="98335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火</a:t>
            </a:r>
            <a:endParaRPr lang="en-US" sz="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6A961C6-4095-7350-26BB-69B014F02DFE}"/>
              </a:ext>
            </a:extLst>
          </p:cNvPr>
          <p:cNvSpPr/>
          <p:nvPr/>
        </p:nvSpPr>
        <p:spPr>
          <a:xfrm>
            <a:off x="7268084" y="3434730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小</a:t>
            </a:r>
            <a:endParaRPr lang="en-US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FF1215-DB3D-732D-C62C-27CDEEBA2722}"/>
              </a:ext>
            </a:extLst>
          </p:cNvPr>
          <p:cNvSpPr/>
          <p:nvPr/>
        </p:nvSpPr>
        <p:spPr>
          <a:xfrm>
            <a:off x="0" y="3508009"/>
            <a:ext cx="2208628" cy="83679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TIỂU 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F691C77-341A-BD34-E686-5565E0B7A396}"/>
              </a:ext>
            </a:extLst>
          </p:cNvPr>
          <p:cNvSpPr/>
          <p:nvPr/>
        </p:nvSpPr>
        <p:spPr>
          <a:xfrm>
            <a:off x="9731064" y="3434729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心</a:t>
            </a:r>
            <a:endParaRPr lang="en-US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0CAF19C-2821-D718-4D01-1C6D2A7B23E4}"/>
              </a:ext>
            </a:extLst>
          </p:cNvPr>
          <p:cNvSpPr/>
          <p:nvPr/>
        </p:nvSpPr>
        <p:spPr>
          <a:xfrm>
            <a:off x="4805104" y="4531631"/>
            <a:ext cx="2329484" cy="9833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預</a:t>
            </a:r>
            <a:endParaRPr lang="en-US" sz="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3FB6391-B478-CB0B-C689-7B1DF0FAD402}"/>
              </a:ext>
            </a:extLst>
          </p:cNvPr>
          <p:cNvSpPr/>
          <p:nvPr/>
        </p:nvSpPr>
        <p:spPr>
          <a:xfrm>
            <a:off x="2342124" y="4531631"/>
            <a:ext cx="2329484" cy="98335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野</a:t>
            </a:r>
            <a:endParaRPr lang="en-US" sz="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A53D810-B94F-68BE-22E8-E7151CD0BB07}"/>
              </a:ext>
            </a:extLst>
          </p:cNvPr>
          <p:cNvSpPr/>
          <p:nvPr/>
        </p:nvSpPr>
        <p:spPr>
          <a:xfrm>
            <a:off x="7268084" y="4531632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裡</a:t>
            </a:r>
            <a:endParaRPr lang="en-US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4C5827-65E6-5F22-2D65-D6A1D025D876}"/>
              </a:ext>
            </a:extLst>
          </p:cNvPr>
          <p:cNvSpPr/>
          <p:nvPr/>
        </p:nvSpPr>
        <p:spPr>
          <a:xfrm>
            <a:off x="0" y="4604911"/>
            <a:ext cx="2208628" cy="83679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DÃ 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7A084E4-77CD-8E49-D37F-2B5F1769F0B8}"/>
              </a:ext>
            </a:extLst>
          </p:cNvPr>
          <p:cNvSpPr/>
          <p:nvPr/>
        </p:nvSpPr>
        <p:spPr>
          <a:xfrm>
            <a:off x="9731064" y="4531631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悝</a:t>
            </a:r>
            <a:endParaRPr lang="en-US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6EF40EE-8C74-6570-6568-D2F518725F69}"/>
              </a:ext>
            </a:extLst>
          </p:cNvPr>
          <p:cNvSpPr/>
          <p:nvPr/>
        </p:nvSpPr>
        <p:spPr>
          <a:xfrm>
            <a:off x="4805104" y="5639993"/>
            <a:ext cx="2329484" cy="9833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料</a:t>
            </a:r>
            <a:endParaRPr lang="en-US" sz="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0964742-D9F2-B828-8122-B06DA4F53699}"/>
              </a:ext>
            </a:extLst>
          </p:cNvPr>
          <p:cNvSpPr/>
          <p:nvPr/>
        </p:nvSpPr>
        <p:spPr>
          <a:xfrm>
            <a:off x="2342124" y="5639993"/>
            <a:ext cx="2329484" cy="98335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釈</a:t>
            </a:r>
            <a:endParaRPr lang="en-US" sz="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43AEE44-F10B-46B5-1B27-CA2C8DFAB17C}"/>
              </a:ext>
            </a:extLst>
          </p:cNvPr>
          <p:cNvSpPr/>
          <p:nvPr/>
        </p:nvSpPr>
        <p:spPr>
          <a:xfrm>
            <a:off x="7268084" y="5639994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粉</a:t>
            </a:r>
            <a:endParaRPr lang="en-US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D153ED-7F22-8EAC-E4B6-5D1287412BDE}"/>
              </a:ext>
            </a:extLst>
          </p:cNvPr>
          <p:cNvSpPr/>
          <p:nvPr/>
        </p:nvSpPr>
        <p:spPr>
          <a:xfrm>
            <a:off x="0" y="5713273"/>
            <a:ext cx="2208628" cy="83679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LIỆU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7408638-4502-1CE0-B8CF-102CA131E981}"/>
              </a:ext>
            </a:extLst>
          </p:cNvPr>
          <p:cNvSpPr/>
          <p:nvPr/>
        </p:nvSpPr>
        <p:spPr>
          <a:xfrm>
            <a:off x="9731064" y="5639993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Mincho" panose="02020609040205080304" pitchFamily="49" charset="-128"/>
                <a:ea typeface="MS Mincho" panose="02020609040205080304" pitchFamily="49" charset="-128"/>
              </a:rPr>
              <a:t>粘</a:t>
            </a:r>
            <a:endParaRPr lang="en-US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292562" y="441819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１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755542" y="441819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2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218522" y="441818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3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1681502" y="441817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4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292562" y="1524250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１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755542" y="1524250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2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18522" y="1524249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3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1681502" y="1524248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4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292562" y="2641850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１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755542" y="2641850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2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218522" y="2641849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3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1681502" y="2641848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4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92562" y="3720373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１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755542" y="3720373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2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218522" y="3720372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3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1681502" y="3720371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4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292562" y="4892680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１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755542" y="4892680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2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218522" y="4892679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3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1681502" y="4892678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4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292562" y="5971203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１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55542" y="5971203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2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218522" y="5971202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3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1681502" y="5971201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4</a:t>
            </a:r>
            <a:r>
              <a:rPr lang="en-US" sz="2000" dirty="0" smtClean="0">
                <a:latin typeface="MS Mincho" panose="02020609040205080304" pitchFamily="49" charset="-128"/>
                <a:ea typeface="MS Mincho" panose="02020609040205080304" pitchFamily="49" charset="-128"/>
              </a:rPr>
              <a:t> </a:t>
            </a: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5346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/>
          <p:cNvSpPr/>
          <p:nvPr/>
        </p:nvSpPr>
        <p:spPr>
          <a:xfrm>
            <a:off x="4805104" y="109643"/>
            <a:ext cx="2329484" cy="9833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汗</a:t>
            </a:r>
            <a:endParaRPr lang="en-US" sz="6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Rectangle: Rounded Corners 5"/>
          <p:cNvSpPr/>
          <p:nvPr/>
        </p:nvSpPr>
        <p:spPr>
          <a:xfrm>
            <a:off x="7268084" y="109644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牛</a:t>
            </a:r>
            <a:endParaRPr lang="en-US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82923"/>
            <a:ext cx="2208628" cy="83679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BÒ </a:t>
            </a:r>
            <a:endParaRPr lang="en-US" sz="3600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4E8425E-50D5-54AE-817C-315ABA0B77EA}"/>
              </a:ext>
            </a:extLst>
          </p:cNvPr>
          <p:cNvSpPr/>
          <p:nvPr/>
        </p:nvSpPr>
        <p:spPr>
          <a:xfrm>
            <a:off x="9731064" y="109643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午</a:t>
            </a:r>
            <a:endParaRPr lang="en-US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B5BB6C-4C7B-9D32-BE54-C8A05036514F}"/>
              </a:ext>
            </a:extLst>
          </p:cNvPr>
          <p:cNvSpPr/>
          <p:nvPr/>
        </p:nvSpPr>
        <p:spPr>
          <a:xfrm>
            <a:off x="4805104" y="1218006"/>
            <a:ext cx="2329484" cy="9833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豚</a:t>
            </a:r>
            <a:endParaRPr lang="en-US" sz="6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30720D-8A1D-DF0E-52E5-0EB8B5D95F69}"/>
              </a:ext>
            </a:extLst>
          </p:cNvPr>
          <p:cNvSpPr/>
          <p:nvPr/>
        </p:nvSpPr>
        <p:spPr>
          <a:xfrm>
            <a:off x="2342124" y="1218006"/>
            <a:ext cx="2329484" cy="98335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椓</a:t>
            </a:r>
            <a:endParaRPr lang="en-US" sz="6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5F8D07E-93B1-F8D3-CA66-924919CE722E}"/>
              </a:ext>
            </a:extLst>
          </p:cNvPr>
          <p:cNvSpPr/>
          <p:nvPr/>
        </p:nvSpPr>
        <p:spPr>
          <a:xfrm>
            <a:off x="7268084" y="1218007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稼</a:t>
            </a:r>
            <a:endParaRPr lang="en-US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660DD0-5F88-4081-5E06-9D0EA7B4E08F}"/>
              </a:ext>
            </a:extLst>
          </p:cNvPr>
          <p:cNvSpPr/>
          <p:nvPr/>
        </p:nvSpPr>
        <p:spPr>
          <a:xfrm>
            <a:off x="0" y="1291286"/>
            <a:ext cx="2208628" cy="83679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HEO </a:t>
            </a:r>
            <a:endParaRPr lang="en-US" sz="3600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9453D10-0922-DFC0-82EA-D7689CA8D4C6}"/>
              </a:ext>
            </a:extLst>
          </p:cNvPr>
          <p:cNvSpPr/>
          <p:nvPr/>
        </p:nvSpPr>
        <p:spPr>
          <a:xfrm>
            <a:off x="9731064" y="1218006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逐</a:t>
            </a:r>
            <a:endParaRPr lang="en-US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0F999E5-1EF3-834E-DCC1-DC87A3B3EEED}"/>
              </a:ext>
            </a:extLst>
          </p:cNvPr>
          <p:cNvSpPr/>
          <p:nvPr/>
        </p:nvSpPr>
        <p:spPr>
          <a:xfrm>
            <a:off x="4805104" y="2326368"/>
            <a:ext cx="2329484" cy="9833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嗎</a:t>
            </a:r>
            <a:endParaRPr lang="en-US" sz="6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8C9647D-CDC6-BC66-9984-96A651F8D242}"/>
              </a:ext>
            </a:extLst>
          </p:cNvPr>
          <p:cNvSpPr/>
          <p:nvPr/>
        </p:nvSpPr>
        <p:spPr>
          <a:xfrm>
            <a:off x="2342124" y="2326368"/>
            <a:ext cx="2329484" cy="98335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螞</a:t>
            </a:r>
            <a:endParaRPr lang="en-US" sz="6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C838936-9E40-FA1A-187A-3F67E79FFD3E}"/>
              </a:ext>
            </a:extLst>
          </p:cNvPr>
          <p:cNvSpPr/>
          <p:nvPr/>
        </p:nvSpPr>
        <p:spPr>
          <a:xfrm>
            <a:off x="7268084" y="2326369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馮</a:t>
            </a:r>
            <a:endParaRPr lang="en-US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4AFCB5-3525-6890-5F4D-C51AA3048640}"/>
              </a:ext>
            </a:extLst>
          </p:cNvPr>
          <p:cNvSpPr/>
          <p:nvPr/>
        </p:nvSpPr>
        <p:spPr>
          <a:xfrm>
            <a:off x="0" y="2399648"/>
            <a:ext cx="2208628" cy="83679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GÀ </a:t>
            </a:r>
            <a:endParaRPr lang="en-US" sz="3600" b="1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B70EC16-1AF0-8B22-5878-F086DA5924FE}"/>
              </a:ext>
            </a:extLst>
          </p:cNvPr>
          <p:cNvSpPr/>
          <p:nvPr/>
        </p:nvSpPr>
        <p:spPr>
          <a:xfrm>
            <a:off x="9731064" y="2326368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鶏</a:t>
            </a:r>
            <a:endParaRPr lang="en-US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86A39A9-494B-2B48-F11B-95DC9D5F43C2}"/>
              </a:ext>
            </a:extLst>
          </p:cNvPr>
          <p:cNvSpPr/>
          <p:nvPr/>
        </p:nvSpPr>
        <p:spPr>
          <a:xfrm>
            <a:off x="4805104" y="3434729"/>
            <a:ext cx="2329484" cy="9833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孛</a:t>
            </a:r>
            <a:endParaRPr lang="en-US" sz="6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1658221-0202-543B-3566-408289BF006F}"/>
              </a:ext>
            </a:extLst>
          </p:cNvPr>
          <p:cNvSpPr/>
          <p:nvPr/>
        </p:nvSpPr>
        <p:spPr>
          <a:xfrm>
            <a:off x="2342124" y="3434729"/>
            <a:ext cx="2329484" cy="98335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字</a:t>
            </a:r>
            <a:endParaRPr lang="en-US" sz="6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6A961C6-4095-7350-26BB-69B014F02DFE}"/>
              </a:ext>
            </a:extLst>
          </p:cNvPr>
          <p:cNvSpPr/>
          <p:nvPr/>
        </p:nvSpPr>
        <p:spPr>
          <a:xfrm>
            <a:off x="7268084" y="3434730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存</a:t>
            </a:r>
            <a:endParaRPr lang="en-US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FF1215-DB3D-732D-C62C-27CDEEBA2722}"/>
              </a:ext>
            </a:extLst>
          </p:cNvPr>
          <p:cNvSpPr/>
          <p:nvPr/>
        </p:nvSpPr>
        <p:spPr>
          <a:xfrm>
            <a:off x="0" y="3508009"/>
            <a:ext cx="2208628" cy="83679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HỌC</a:t>
            </a:r>
            <a:endParaRPr lang="en-US" sz="3600" b="1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F691C77-341A-BD34-E686-5565E0B7A396}"/>
              </a:ext>
            </a:extLst>
          </p:cNvPr>
          <p:cNvSpPr/>
          <p:nvPr/>
        </p:nvSpPr>
        <p:spPr>
          <a:xfrm>
            <a:off x="9731064" y="3434729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学</a:t>
            </a:r>
            <a:endParaRPr lang="en-US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0CAF19C-2821-D718-4D01-1C6D2A7B23E4}"/>
              </a:ext>
            </a:extLst>
          </p:cNvPr>
          <p:cNvSpPr/>
          <p:nvPr/>
        </p:nvSpPr>
        <p:spPr>
          <a:xfrm>
            <a:off x="4805104" y="4531631"/>
            <a:ext cx="2329484" cy="9833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内</a:t>
            </a:r>
            <a:endParaRPr lang="en-US" sz="6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3FB6391-B478-CB0B-C689-7B1DF0FAD402}"/>
              </a:ext>
            </a:extLst>
          </p:cNvPr>
          <p:cNvSpPr/>
          <p:nvPr/>
        </p:nvSpPr>
        <p:spPr>
          <a:xfrm>
            <a:off x="2342124" y="4531631"/>
            <a:ext cx="2329484" cy="98335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肉</a:t>
            </a:r>
            <a:endParaRPr lang="en-US" sz="6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A53D810-B94F-68BE-22E8-E7151CD0BB07}"/>
              </a:ext>
            </a:extLst>
          </p:cNvPr>
          <p:cNvSpPr/>
          <p:nvPr/>
        </p:nvSpPr>
        <p:spPr>
          <a:xfrm>
            <a:off x="7268084" y="4531632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分</a:t>
            </a:r>
            <a:endParaRPr lang="en-US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4C5827-65E6-5F22-2D65-D6A1D025D876}"/>
              </a:ext>
            </a:extLst>
          </p:cNvPr>
          <p:cNvSpPr/>
          <p:nvPr/>
        </p:nvSpPr>
        <p:spPr>
          <a:xfrm>
            <a:off x="0" y="4604911"/>
            <a:ext cx="2208628" cy="83679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THỊT  </a:t>
            </a:r>
            <a:endParaRPr lang="en-US" sz="3600" b="1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7A084E4-77CD-8E49-D37F-2B5F1769F0B8}"/>
              </a:ext>
            </a:extLst>
          </p:cNvPr>
          <p:cNvSpPr/>
          <p:nvPr/>
        </p:nvSpPr>
        <p:spPr>
          <a:xfrm>
            <a:off x="9731064" y="4531631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冊</a:t>
            </a:r>
            <a:endParaRPr lang="en-US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6EF40EE-8C74-6570-6568-D2F518725F69}"/>
              </a:ext>
            </a:extLst>
          </p:cNvPr>
          <p:cNvSpPr/>
          <p:nvPr/>
        </p:nvSpPr>
        <p:spPr>
          <a:xfrm>
            <a:off x="4805104" y="5639993"/>
            <a:ext cx="2329484" cy="9833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絞</a:t>
            </a:r>
            <a:endParaRPr lang="en-US" sz="6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0964742-D9F2-B828-8122-B06DA4F53699}"/>
              </a:ext>
            </a:extLst>
          </p:cNvPr>
          <p:cNvSpPr/>
          <p:nvPr/>
        </p:nvSpPr>
        <p:spPr>
          <a:xfrm>
            <a:off x="2342124" y="5639993"/>
            <a:ext cx="2329484" cy="98335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校</a:t>
            </a:r>
            <a:endParaRPr lang="en-US" sz="6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43AEE44-F10B-46B5-1B27-CA2C8DFAB17C}"/>
              </a:ext>
            </a:extLst>
          </p:cNvPr>
          <p:cNvSpPr/>
          <p:nvPr/>
        </p:nvSpPr>
        <p:spPr>
          <a:xfrm>
            <a:off x="7268084" y="5639994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佼</a:t>
            </a:r>
            <a:endParaRPr lang="en-US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D153ED-7F22-8EAC-E4B6-5D1287412BDE}"/>
              </a:ext>
            </a:extLst>
          </p:cNvPr>
          <p:cNvSpPr/>
          <p:nvPr/>
        </p:nvSpPr>
        <p:spPr>
          <a:xfrm>
            <a:off x="0" y="5713273"/>
            <a:ext cx="2208628" cy="836798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TRƯỜNG</a:t>
            </a:r>
            <a:endParaRPr lang="en-US" sz="3600" b="1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7408638-4502-1CE0-B8CF-102CA131E981}"/>
              </a:ext>
            </a:extLst>
          </p:cNvPr>
          <p:cNvSpPr/>
          <p:nvPr/>
        </p:nvSpPr>
        <p:spPr>
          <a:xfrm>
            <a:off x="9731064" y="5639993"/>
            <a:ext cx="2329484" cy="98335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珓</a:t>
            </a:r>
            <a:endParaRPr lang="en-US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40" name="Rectangle: Rounded Corners 3"/>
          <p:cNvSpPr/>
          <p:nvPr/>
        </p:nvSpPr>
        <p:spPr>
          <a:xfrm>
            <a:off x="2342124" y="109642"/>
            <a:ext cx="2329484" cy="9833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6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</a:rPr>
              <a:t>干</a:t>
            </a:r>
            <a:endParaRPr lang="en-US" sz="6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292562" y="441819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 smtClean="0"/>
              <a:t>１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42" name="Rectangle 41"/>
          <p:cNvSpPr/>
          <p:nvPr/>
        </p:nvSpPr>
        <p:spPr>
          <a:xfrm>
            <a:off x="6755542" y="441819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2</a:t>
            </a:r>
            <a:endParaRPr lang="en-US" sz="2000" b="1" dirty="0"/>
          </a:p>
        </p:txBody>
      </p:sp>
      <p:sp>
        <p:nvSpPr>
          <p:cNvPr id="43" name="Rectangle 42"/>
          <p:cNvSpPr/>
          <p:nvPr/>
        </p:nvSpPr>
        <p:spPr>
          <a:xfrm>
            <a:off x="9218522" y="441818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3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44" name="Rectangle 43"/>
          <p:cNvSpPr/>
          <p:nvPr/>
        </p:nvSpPr>
        <p:spPr>
          <a:xfrm>
            <a:off x="11681502" y="441817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4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45" name="Rectangle 44"/>
          <p:cNvSpPr/>
          <p:nvPr/>
        </p:nvSpPr>
        <p:spPr>
          <a:xfrm>
            <a:off x="4292562" y="1594588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 smtClean="0"/>
              <a:t>１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46" name="Rectangle 45"/>
          <p:cNvSpPr/>
          <p:nvPr/>
        </p:nvSpPr>
        <p:spPr>
          <a:xfrm>
            <a:off x="6755542" y="1594588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2</a:t>
            </a:r>
            <a:endParaRPr lang="en-US" sz="2000" b="1" dirty="0"/>
          </a:p>
        </p:txBody>
      </p:sp>
      <p:sp>
        <p:nvSpPr>
          <p:cNvPr id="47" name="Rectangle 46"/>
          <p:cNvSpPr/>
          <p:nvPr/>
        </p:nvSpPr>
        <p:spPr>
          <a:xfrm>
            <a:off x="9218522" y="1594587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3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48" name="Rectangle 47"/>
          <p:cNvSpPr/>
          <p:nvPr/>
        </p:nvSpPr>
        <p:spPr>
          <a:xfrm>
            <a:off x="11681502" y="1594586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4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49" name="Rectangle 48"/>
          <p:cNvSpPr/>
          <p:nvPr/>
        </p:nvSpPr>
        <p:spPr>
          <a:xfrm>
            <a:off x="4292562" y="2649665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 smtClean="0"/>
              <a:t>１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50" name="Rectangle 49"/>
          <p:cNvSpPr/>
          <p:nvPr/>
        </p:nvSpPr>
        <p:spPr>
          <a:xfrm>
            <a:off x="6755542" y="2649665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2</a:t>
            </a:r>
            <a:endParaRPr lang="en-US" sz="2000" b="1" dirty="0"/>
          </a:p>
        </p:txBody>
      </p:sp>
      <p:sp>
        <p:nvSpPr>
          <p:cNvPr id="51" name="Rectangle 50"/>
          <p:cNvSpPr/>
          <p:nvPr/>
        </p:nvSpPr>
        <p:spPr>
          <a:xfrm>
            <a:off x="9218522" y="2649664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3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52" name="Rectangle 51"/>
          <p:cNvSpPr/>
          <p:nvPr/>
        </p:nvSpPr>
        <p:spPr>
          <a:xfrm>
            <a:off x="11681502" y="2649663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4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53" name="Rectangle 52"/>
          <p:cNvSpPr/>
          <p:nvPr/>
        </p:nvSpPr>
        <p:spPr>
          <a:xfrm>
            <a:off x="4292562" y="3814157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 smtClean="0"/>
              <a:t>１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54" name="Rectangle 53"/>
          <p:cNvSpPr/>
          <p:nvPr/>
        </p:nvSpPr>
        <p:spPr>
          <a:xfrm>
            <a:off x="6755542" y="3814157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2</a:t>
            </a:r>
            <a:endParaRPr lang="en-US" sz="2000" b="1" dirty="0"/>
          </a:p>
        </p:txBody>
      </p:sp>
      <p:sp>
        <p:nvSpPr>
          <p:cNvPr id="55" name="Rectangle 54"/>
          <p:cNvSpPr/>
          <p:nvPr/>
        </p:nvSpPr>
        <p:spPr>
          <a:xfrm>
            <a:off x="9218522" y="3814156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3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56" name="Rectangle 55"/>
          <p:cNvSpPr/>
          <p:nvPr/>
        </p:nvSpPr>
        <p:spPr>
          <a:xfrm>
            <a:off x="11681502" y="3814155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4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57" name="Rectangle 56"/>
          <p:cNvSpPr/>
          <p:nvPr/>
        </p:nvSpPr>
        <p:spPr>
          <a:xfrm>
            <a:off x="4292562" y="4800196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 smtClean="0"/>
              <a:t>１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58" name="Rectangle 57"/>
          <p:cNvSpPr/>
          <p:nvPr/>
        </p:nvSpPr>
        <p:spPr>
          <a:xfrm>
            <a:off x="6755542" y="4800196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2</a:t>
            </a:r>
            <a:endParaRPr lang="en-US" sz="2000" b="1" dirty="0"/>
          </a:p>
        </p:txBody>
      </p:sp>
      <p:sp>
        <p:nvSpPr>
          <p:cNvPr id="59" name="Rectangle 58"/>
          <p:cNvSpPr/>
          <p:nvPr/>
        </p:nvSpPr>
        <p:spPr>
          <a:xfrm>
            <a:off x="9218522" y="4800195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3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60" name="Rectangle 59"/>
          <p:cNvSpPr/>
          <p:nvPr/>
        </p:nvSpPr>
        <p:spPr>
          <a:xfrm>
            <a:off x="11681502" y="4800194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4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61" name="Rectangle 60"/>
          <p:cNvSpPr/>
          <p:nvPr/>
        </p:nvSpPr>
        <p:spPr>
          <a:xfrm>
            <a:off x="4292562" y="5955573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 smtClean="0"/>
              <a:t>１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62" name="Rectangle 61"/>
          <p:cNvSpPr/>
          <p:nvPr/>
        </p:nvSpPr>
        <p:spPr>
          <a:xfrm>
            <a:off x="6755542" y="5955573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2</a:t>
            </a:r>
            <a:endParaRPr lang="en-US" sz="2000" b="1" dirty="0"/>
          </a:p>
        </p:txBody>
      </p:sp>
      <p:sp>
        <p:nvSpPr>
          <p:cNvPr id="63" name="Rectangle 62"/>
          <p:cNvSpPr/>
          <p:nvPr/>
        </p:nvSpPr>
        <p:spPr>
          <a:xfrm>
            <a:off x="9218522" y="5955572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3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64" name="Rectangle 63"/>
          <p:cNvSpPr/>
          <p:nvPr/>
        </p:nvSpPr>
        <p:spPr>
          <a:xfrm>
            <a:off x="11681502" y="5955571"/>
            <a:ext cx="379046" cy="319001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 smtClean="0"/>
              <a:t>4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99790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0984" t="9402" r="10619" b="2852"/>
          <a:stretch/>
        </p:blipFill>
        <p:spPr>
          <a:xfrm>
            <a:off x="5549892" y="1436092"/>
            <a:ext cx="2003634" cy="182041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545" y="3935848"/>
            <a:ext cx="1720777" cy="146764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342" y="3687562"/>
            <a:ext cx="2670228" cy="128469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8210" y="1042386"/>
            <a:ext cx="2945538" cy="1437752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4697835" y="3362940"/>
            <a:ext cx="377505" cy="369115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6809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7855" y="632334"/>
            <a:ext cx="3936287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肉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THỊT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にく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353215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3806" y="632334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豚肉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THỊT LỢN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ぶたにく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147045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3806" y="632334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牛肉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THỊT BÒ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ぎゅうにく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404498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3806" y="632334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鶏肉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THỊT GÀ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とりにく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156971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8656" y="477379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野菜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やさい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160690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0622" y="477379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料理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MÓN ĂN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りょうり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11936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885" y="519597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一時半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MỘT GIỜ RƯỠI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いちじはん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243658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2917" y="674171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半分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MỘT NỬA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はんぶん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341499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0617" y="692889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大きい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LỚN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おおきい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139446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0617" y="692889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大学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ĐẠI HỌC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だいがく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1011780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0617" y="692889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小さい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NHỎ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ちいさい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27650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9075" y="692889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小学校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TRƯỜNG TIỂU HỌC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しょうがっこう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127923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9075" y="692889"/>
            <a:ext cx="10402925" cy="129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99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小学校</a:t>
            </a:r>
            <a:endParaRPr lang="en-US" sz="199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20170"/>
            <a:ext cx="12192000" cy="49754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Unit 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94" y="6287142"/>
            <a:ext cx="12314987" cy="9815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9523" y="4891008"/>
            <a:ext cx="6862946" cy="119473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TRƯỜNG TIỂU HỌC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" y="4933226"/>
            <a:ext cx="2249521" cy="1152515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NGHĨA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9523" y="3527604"/>
            <a:ext cx="6862946" cy="119341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しょうがっこう</a:t>
            </a:r>
            <a:endParaRPr lang="en-US" sz="72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3537092"/>
            <a:ext cx="2249521" cy="1198961"/>
          </a:xfrm>
          <a:prstGeom prst="rect">
            <a:avLst/>
          </a:prstGeom>
          <a:solidFill>
            <a:schemeClr val="bg1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CÁCH ĐỌC</a:t>
            </a:r>
          </a:p>
        </p:txBody>
      </p:sp>
    </p:spTree>
    <p:extLst>
      <p:ext uri="{BB962C8B-B14F-4D97-AF65-F5344CB8AC3E}">
        <p14:creationId xmlns:p14="http://schemas.microsoft.com/office/powerpoint/2010/main" val="362963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8378" y="1999537"/>
            <a:ext cx="8936329" cy="1157878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5400" b="1" spc="-3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しょうがっこう</a:t>
            </a:r>
            <a:r>
              <a:rPr lang="en-US" altLang="ja-JP" sz="4400" b="1" spc="-3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 </a:t>
            </a:r>
            <a:r>
              <a:rPr lang="en-US" altLang="ja-JP" sz="4400" b="1" spc="-15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trường tiểu học</a:t>
            </a:r>
            <a:endParaRPr lang="en-US" sz="4400" b="1" spc="-15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01261" y="173142"/>
            <a:ext cx="5620567" cy="1831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15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小学校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78379" y="5800940"/>
            <a:ext cx="9054307" cy="904660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5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がっこう</a:t>
            </a:r>
            <a:r>
              <a:rPr lang="en-US" altLang="ja-JP" sz="5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lang="en-US" altLang="ja-JP" sz="40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trường học</a:t>
            </a:r>
            <a:endParaRPr lang="en-US" sz="4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731935" y="3969460"/>
            <a:ext cx="5620567" cy="1831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学校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pic>
        <p:nvPicPr>
          <p:cNvPr id="2" name="がっこう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089005" y="6009589"/>
            <a:ext cx="487362" cy="487362"/>
          </a:xfrm>
          <a:prstGeom prst="rect">
            <a:avLst/>
          </a:prstGeom>
        </p:spPr>
      </p:pic>
      <p:pic>
        <p:nvPicPr>
          <p:cNvPr id="3" name="22749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971025" y="2334795"/>
            <a:ext cx="487363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3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180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164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 animBg="1"/>
      <p:bldP spid="5" grpId="0" build="p"/>
      <p:bldP spid="8" grpId="0" animBg="1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13512" y="311586"/>
            <a:ext cx="5620567" cy="1831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大学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731935" y="3969460"/>
            <a:ext cx="5620567" cy="1831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学生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37774" y="5800940"/>
            <a:ext cx="6547539" cy="976168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がくせい</a:t>
            </a:r>
            <a:r>
              <a:rPr lang="en-US" altLang="ja-JP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lang="en-US" altLang="ja-JP" sz="3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HỌC SINH 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27527" y="1909156"/>
            <a:ext cx="6547539" cy="1084136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だいがく</a:t>
            </a:r>
            <a:r>
              <a:rPr lang="en-US" altLang="ja-JP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lang="en-US" altLang="ja-JP" sz="3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ĐẠI HỌC 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だいがく (2)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20125" y="2387469"/>
            <a:ext cx="487363" cy="487362"/>
          </a:xfrm>
          <a:prstGeom prst="rect">
            <a:avLst/>
          </a:prstGeom>
        </p:spPr>
      </p:pic>
      <p:pic>
        <p:nvPicPr>
          <p:cNvPr id="3" name="がくせい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741632" y="6052608"/>
            <a:ext cx="487362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251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10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7" dur="112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" grpId="0" build="p"/>
      <p:bldP spid="9" grpId="0"/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18009" y="2004622"/>
            <a:ext cx="5096938" cy="76304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じはん｜</a:t>
            </a:r>
            <a:r>
              <a:rPr lang="en-US" altLang="ja-JP" sz="3200" b="1" dirty="0" smtClean="0">
                <a:ln w="0"/>
                <a:solidFill>
                  <a:schemeClr val="bg1"/>
                </a:solidFill>
              </a:rPr>
              <a:t>giờ rưỡi</a:t>
            </a:r>
            <a:endParaRPr lang="en-US" sz="48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639446" y="173142"/>
            <a:ext cx="5620567" cy="1831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～時半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01261" y="5790769"/>
            <a:ext cx="5096938" cy="76304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はんぶん｜</a:t>
            </a:r>
            <a:r>
              <a:rPr lang="en-US" altLang="ja-JP" sz="3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một nửa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731935" y="3969460"/>
            <a:ext cx="5620567" cy="1831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半分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pic>
        <p:nvPicPr>
          <p:cNvPr id="2" name="じはん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71265" y="2137377"/>
            <a:ext cx="487363" cy="487362"/>
          </a:xfrm>
          <a:prstGeom prst="rect">
            <a:avLst/>
          </a:prstGeom>
        </p:spPr>
      </p:pic>
      <p:pic>
        <p:nvPicPr>
          <p:cNvPr id="3" name="254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54518" y="5933694"/>
            <a:ext cx="487362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9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64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7" dur="109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 animBg="1"/>
      <p:bldP spid="5" grpId="0" build="p"/>
      <p:bldP spid="8" grpId="0" animBg="1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09736" y="2004622"/>
            <a:ext cx="5405211" cy="76304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わかります｜</a:t>
            </a:r>
            <a:r>
              <a:rPr lang="en-US" altLang="ja-JP" sz="3200" b="1" dirty="0" smtClean="0">
                <a:ln w="0"/>
                <a:solidFill>
                  <a:schemeClr val="bg1"/>
                </a:solidFill>
              </a:rPr>
              <a:t>HIỂU </a:t>
            </a:r>
            <a:endParaRPr lang="en-US" sz="48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639446" y="173142"/>
            <a:ext cx="7004739" cy="1831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15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分かります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01261" y="5790769"/>
            <a:ext cx="5096938" cy="76304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にふん｜</a:t>
            </a:r>
            <a:r>
              <a:rPr lang="en-US" altLang="ja-JP" sz="3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 phút 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825720" y="3804409"/>
            <a:ext cx="5620567" cy="1831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二分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pic>
        <p:nvPicPr>
          <p:cNvPr id="2" name="わかりました。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71265" y="2201552"/>
            <a:ext cx="487363" cy="487363"/>
          </a:xfrm>
          <a:prstGeom prst="rect">
            <a:avLst/>
          </a:prstGeom>
        </p:spPr>
      </p:pic>
      <p:pic>
        <p:nvPicPr>
          <p:cNvPr id="3" name="にふん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54518" y="6048464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8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170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5" dur="114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 animBg="1"/>
      <p:bldP spid="5" grpId="0"/>
      <p:bldP spid="8" grpId="0" animBg="1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18009" y="2004622"/>
            <a:ext cx="5096938" cy="76304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ぶた｜</a:t>
            </a:r>
            <a:r>
              <a:rPr lang="en-US" altLang="ja-JP" sz="3200" b="1" dirty="0" smtClean="0">
                <a:ln w="0"/>
                <a:solidFill>
                  <a:schemeClr val="bg1"/>
                </a:solidFill>
              </a:rPr>
              <a:t>heo </a:t>
            </a:r>
            <a:endParaRPr lang="en-US" sz="4800" b="1" dirty="0">
              <a:ln w="0"/>
              <a:solidFill>
                <a:schemeClr val="bg1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93292" y="173142"/>
            <a:ext cx="5620567" cy="1831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豚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01261" y="5790769"/>
            <a:ext cx="5096938" cy="76304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とり｜</a:t>
            </a:r>
            <a:r>
              <a:rPr lang="en-US" altLang="ja-JP" sz="3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gà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708858" y="3683405"/>
            <a:ext cx="5620567" cy="1831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11500" dirty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鶏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pic>
        <p:nvPicPr>
          <p:cNvPr id="6" name="ぶた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71266" y="2139250"/>
            <a:ext cx="487362" cy="487362"/>
          </a:xfrm>
          <a:prstGeom prst="rect">
            <a:avLst/>
          </a:prstGeom>
        </p:spPr>
      </p:pic>
      <p:pic>
        <p:nvPicPr>
          <p:cNvPr id="2" name="とり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54518" y="5943263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7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67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7" dur="109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  <p:bldP spid="5" grpId="0" build="p"/>
      <p:bldP spid="8" grpId="0" animBg="1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13512" y="311586"/>
            <a:ext cx="5620567" cy="1831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大学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741662" y="3930549"/>
            <a:ext cx="5620567" cy="1831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学生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98863" y="5762029"/>
            <a:ext cx="6547539" cy="76304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がくせい</a:t>
            </a:r>
            <a:r>
              <a:rPr lang="en-US" altLang="ja-JP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lang="en-US" altLang="ja-JP" sz="3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HỌC SINH 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43220" y="1870245"/>
            <a:ext cx="6547539" cy="76304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だいがく</a:t>
            </a:r>
            <a:r>
              <a:rPr lang="en-US" altLang="ja-JP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lang="en-US" altLang="ja-JP" sz="3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ĐẠI HỌC 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だいがく (2)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47077" y="2008084"/>
            <a:ext cx="487363" cy="487363"/>
          </a:xfrm>
          <a:prstGeom prst="rect">
            <a:avLst/>
          </a:prstGeom>
        </p:spPr>
      </p:pic>
      <p:pic>
        <p:nvPicPr>
          <p:cNvPr id="3" name="がくせい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702720" y="589986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7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10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7" dur="112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" grpId="0"/>
      <p:bldP spid="9" grpId="0"/>
      <p:bldP spid="7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13512" y="311586"/>
            <a:ext cx="5620567" cy="1831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鶏肉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731935" y="3969460"/>
            <a:ext cx="5620567" cy="1831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豚肉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98864" y="5907944"/>
            <a:ext cx="6547539" cy="76304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ぶたにく</a:t>
            </a:r>
            <a:r>
              <a:rPr lang="en-US" altLang="ja-JP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lang="en-US" altLang="ja-JP" sz="3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THỊT HEO 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43221" y="1965733"/>
            <a:ext cx="6547539" cy="76304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とりにく</a:t>
            </a:r>
            <a:r>
              <a:rPr lang="en-US" altLang="ja-JP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lang="en-US" altLang="ja-JP" sz="3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THỊT GÀ 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538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7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13512" y="311586"/>
            <a:ext cx="5620567" cy="1831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牛肉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731935" y="3969460"/>
            <a:ext cx="5620567" cy="1831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野菜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28046" y="5946855"/>
            <a:ext cx="6547539" cy="76304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やさい</a:t>
            </a:r>
            <a:r>
              <a:rPr lang="en-US" altLang="ja-JP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lang="en-US" altLang="ja-JP" sz="3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RAU 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62676" y="1936551"/>
            <a:ext cx="6547539" cy="76304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ぎゅうにく</a:t>
            </a:r>
            <a:r>
              <a:rPr lang="en-US" altLang="ja-JP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lang="en-US" altLang="ja-JP" sz="3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THỊT BÒ 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ぎゅうにく (2)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566534" y="2074391"/>
            <a:ext cx="487362" cy="487362"/>
          </a:xfrm>
          <a:prstGeom prst="rect">
            <a:avLst/>
          </a:prstGeom>
        </p:spPr>
      </p:pic>
      <p:pic>
        <p:nvPicPr>
          <p:cNvPr id="3" name="やさい (2)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731903" y="608469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0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245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5" dur="112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" grpId="0" build="p"/>
      <p:bldP spid="9" grpId="0"/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13512" y="311586"/>
            <a:ext cx="5620567" cy="18314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大きい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731935" y="3969460"/>
            <a:ext cx="5620567" cy="1831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11500" dirty="0" smtClean="0">
                <a:latin typeface="Kozuka Mincho Pr6N EL" panose="02020200000000000000" pitchFamily="18" charset="-128"/>
                <a:ea typeface="Kozuka Mincho Pr6N EL" panose="02020200000000000000" pitchFamily="18" charset="-128"/>
              </a:rPr>
              <a:t>小さい</a:t>
            </a:r>
            <a:endParaRPr lang="en-US" sz="11500" dirty="0">
              <a:latin typeface="Kozuka Mincho Pr6N EL" panose="02020200000000000000" pitchFamily="18" charset="-128"/>
              <a:ea typeface="Kozuka Mincho Pr6N EL" panose="02020200000000000000" pitchFamily="18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28046" y="5956583"/>
            <a:ext cx="6547539" cy="76304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ちいさい</a:t>
            </a:r>
            <a:r>
              <a:rPr lang="en-US" altLang="ja-JP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lang="en-US" altLang="ja-JP" sz="3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NHỎ 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50225" y="2143066"/>
            <a:ext cx="6547539" cy="763043"/>
          </a:xfrm>
          <a:prstGeom prst="rect">
            <a:avLst/>
          </a:prstGeom>
          <a:solidFill>
            <a:srgbClr val="C0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おおきい</a:t>
            </a:r>
            <a:r>
              <a:rPr lang="en-US" altLang="ja-JP" sz="4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|</a:t>
            </a:r>
            <a:r>
              <a:rPr lang="en-US" altLang="ja-JP" sz="36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LỚN </a:t>
            </a:r>
            <a:endParaRPr 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おおきい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54083" y="2299506"/>
            <a:ext cx="487362" cy="487363"/>
          </a:xfrm>
          <a:prstGeom prst="rect">
            <a:avLst/>
          </a:prstGeom>
        </p:spPr>
      </p:pic>
      <p:pic>
        <p:nvPicPr>
          <p:cNvPr id="3" name="ちいさい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731903" y="609442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12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7" dur="10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" grpId="0"/>
      <p:bldP spid="9" grpId="0"/>
      <p:bldP spid="7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5855" y="0"/>
            <a:ext cx="11778493" cy="709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41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3960" y="-110332"/>
            <a:ext cx="11083489" cy="69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0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703</Words>
  <Application>Microsoft Office PowerPoint</Application>
  <PresentationFormat>Widescreen</PresentationFormat>
  <Paragraphs>356</Paragraphs>
  <Slides>40</Slides>
  <Notes>14</Notes>
  <HiddenSlides>0</HiddenSlides>
  <MMClips>16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Kozuka Mincho Pr6N EL</vt:lpstr>
      <vt:lpstr>MS Mincho</vt:lpstr>
      <vt:lpstr>游ゴシック</vt:lpstr>
      <vt:lpstr>游ゴシック Light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 Inspiron</dc:creator>
  <cp:lastModifiedBy>ADMIN</cp:lastModifiedBy>
  <cp:revision>37</cp:revision>
  <dcterms:created xsi:type="dcterms:W3CDTF">2023-03-12T15:41:48Z</dcterms:created>
  <dcterms:modified xsi:type="dcterms:W3CDTF">2023-03-14T16:45:07Z</dcterms:modified>
</cp:coreProperties>
</file>