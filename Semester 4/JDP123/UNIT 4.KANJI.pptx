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83" r:id="rId3"/>
    <p:sldId id="28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C0443-FCBB-416E-99EE-CA2C208BA58F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71EF00-FEA3-4A5E-A395-31539366F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93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16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71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8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48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531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58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70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50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38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010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043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8CC8-5A6D-407A-8E4C-663C0A6B3789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8B82-879D-41D1-B2C4-A6A9F3FB1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56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8CC8-5A6D-407A-8E4C-663C0A6B3789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8B82-879D-41D1-B2C4-A6A9F3FB1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4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8CC8-5A6D-407A-8E4C-663C0A6B3789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8B82-879D-41D1-B2C4-A6A9F3FB1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55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8CC8-5A6D-407A-8E4C-663C0A6B3789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8B82-879D-41D1-B2C4-A6A9F3FB1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3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8CC8-5A6D-407A-8E4C-663C0A6B3789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8B82-879D-41D1-B2C4-A6A9F3FB1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111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8CC8-5A6D-407A-8E4C-663C0A6B3789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8B82-879D-41D1-B2C4-A6A9F3FB1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71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8CC8-5A6D-407A-8E4C-663C0A6B3789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8B82-879D-41D1-B2C4-A6A9F3FB1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1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8CC8-5A6D-407A-8E4C-663C0A6B3789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8B82-879D-41D1-B2C4-A6A9F3FB1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39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8CC8-5A6D-407A-8E4C-663C0A6B3789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8B82-879D-41D1-B2C4-A6A9F3FB1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0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8CC8-5A6D-407A-8E4C-663C0A6B3789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8B82-879D-41D1-B2C4-A6A9F3FB1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69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8CC8-5A6D-407A-8E4C-663C0A6B3789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8B82-879D-41D1-B2C4-A6A9F3FB1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18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C8CC8-5A6D-407A-8E4C-663C0A6B3789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38B82-879D-41D1-B2C4-A6A9F3FB1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66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3" Type="http://schemas.microsoft.com/office/2007/relationships/media" Target="../media/media2.mp3"/><Relationship Id="rId7" Type="http://schemas.microsoft.com/office/2007/relationships/media" Target="../media/media4.mp3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5" Type="http://schemas.microsoft.com/office/2007/relationships/media" Target="../media/media3.mp3"/><Relationship Id="rId10" Type="http://schemas.openxmlformats.org/officeDocument/2006/relationships/image" Target="../media/image27.png"/><Relationship Id="rId4" Type="http://schemas.openxmlformats.org/officeDocument/2006/relationships/audio" Target="../media/media2.mp3"/><Relationship Id="rId9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audio" Target="../media/media8.mp3"/><Relationship Id="rId3" Type="http://schemas.microsoft.com/office/2007/relationships/media" Target="../media/media6.mp3"/><Relationship Id="rId7" Type="http://schemas.microsoft.com/office/2007/relationships/media" Target="../media/media8.mp3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audio" Target="../media/media7.mp3"/><Relationship Id="rId5" Type="http://schemas.microsoft.com/office/2007/relationships/media" Target="../media/media7.mp3"/><Relationship Id="rId10" Type="http://schemas.openxmlformats.org/officeDocument/2006/relationships/image" Target="../media/image27.png"/><Relationship Id="rId4" Type="http://schemas.openxmlformats.org/officeDocument/2006/relationships/audio" Target="../media/media6.mp3"/><Relationship Id="rId9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48675"/>
          <a:stretch/>
        </p:blipFill>
        <p:spPr>
          <a:xfrm>
            <a:off x="5192561" y="2323046"/>
            <a:ext cx="1276568" cy="13475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r="56114"/>
          <a:stretch/>
        </p:blipFill>
        <p:spPr>
          <a:xfrm>
            <a:off x="7908942" y="2410027"/>
            <a:ext cx="1452107" cy="17366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r="53255"/>
          <a:stretch/>
        </p:blipFill>
        <p:spPr>
          <a:xfrm>
            <a:off x="2211355" y="2996841"/>
            <a:ext cx="1507533" cy="157756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0"/>
            <a:ext cx="12192000" cy="710886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NỐI HÌNH ẢNH VÀ KANJI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644434" y="575961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前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2103120" y="575961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中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9746993" y="595982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東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674975" y="575961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国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192561" y="575961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女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8199120" y="595982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男</a:t>
            </a:r>
            <a:endParaRPr lang="en-US" sz="72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6740434" y="595983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市</a:t>
            </a:r>
            <a:endParaRPr lang="en-US" sz="7200" b="1" dirty="0">
              <a:solidFill>
                <a:schemeClr val="bg1"/>
              </a:solidFill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5"/>
          <a:srcRect r="48327"/>
          <a:stretch/>
        </p:blipFill>
        <p:spPr>
          <a:xfrm>
            <a:off x="2266133" y="4930450"/>
            <a:ext cx="1463193" cy="158603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6"/>
          <a:srcRect r="51444"/>
          <a:stretch/>
        </p:blipFill>
        <p:spPr>
          <a:xfrm>
            <a:off x="7752764" y="4146645"/>
            <a:ext cx="1764464" cy="1843778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7"/>
          <a:srcRect r="49289"/>
          <a:stretch/>
        </p:blipFill>
        <p:spPr>
          <a:xfrm>
            <a:off x="4888645" y="4768917"/>
            <a:ext cx="1704800" cy="160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19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710886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NỐI HÌNH ẢNH VÀ KANJI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03660" y="595625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前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562346" y="595625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中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9206219" y="615646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東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134201" y="595625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国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4651787" y="595625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女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7658346" y="615646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男</a:t>
            </a:r>
            <a:endParaRPr lang="en-US" sz="72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 flipH="1">
            <a:off x="6815580" y="2508019"/>
            <a:ext cx="75414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市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6860" y="2161422"/>
            <a:ext cx="11656482" cy="76859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3200" b="1" dirty="0">
                <a:latin typeface="+mn-ea"/>
              </a:rPr>
              <a:t>私のまちは　ホーチミン（　　　　　　　　）です。</a:t>
            </a:r>
            <a:endParaRPr lang="en-US" altLang="ja-JP" sz="3200" b="1" dirty="0">
              <a:latin typeface="+mn-ea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6860" y="3034296"/>
            <a:ext cx="11656482" cy="8460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3200" b="1" dirty="0">
                <a:latin typeface="+mn-ea"/>
              </a:rPr>
              <a:t>私のまちは　日本の（　　　　　　）です。</a:t>
            </a:r>
            <a:endParaRPr lang="en-US" altLang="ja-JP" sz="3200" b="1" dirty="0">
              <a:latin typeface="+mn-ea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6860" y="3984610"/>
            <a:ext cx="11656482" cy="8460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3200" b="1" dirty="0">
                <a:latin typeface="+mn-ea"/>
              </a:rPr>
              <a:t>私の（　　　　　　）は　ちゅうごく　です。</a:t>
            </a:r>
            <a:endParaRPr lang="en-US" altLang="ja-JP" sz="3200" b="1" dirty="0">
              <a:latin typeface="+mn-ea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6860" y="4934924"/>
            <a:ext cx="11656482" cy="8460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3200" b="1" dirty="0">
                <a:latin typeface="+mn-ea"/>
              </a:rPr>
              <a:t>私は　（　　　　　　　　　）じん　です。</a:t>
            </a:r>
            <a:endParaRPr lang="en-US" altLang="ja-JP" sz="3200" b="1" dirty="0">
              <a:latin typeface="+mn-ea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6860" y="5885238"/>
            <a:ext cx="11656482" cy="8460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3200" b="1" dirty="0">
                <a:latin typeface="+mn-ea"/>
              </a:rPr>
              <a:t>お（　　　　　　　　　）は　どちら　ですか。</a:t>
            </a:r>
            <a:endParaRPr lang="en-US" altLang="ja-JP" sz="3200" b="1" dirty="0">
              <a:latin typeface="+mn-ea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0664905" y="615646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名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" y="2283567"/>
            <a:ext cx="456860" cy="4468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１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3233881"/>
            <a:ext cx="456860" cy="4468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２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" y="4232750"/>
            <a:ext cx="456860" cy="4468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３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5183064"/>
            <a:ext cx="456860" cy="4468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４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6171687"/>
            <a:ext cx="456860" cy="4468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５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8670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710886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NỐI HÌNH ẢNH VÀ KANJI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03660" y="595625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前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562346" y="595625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中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9206219" y="615646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東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134201" y="595625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国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4651787" y="595625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女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7658346" y="615646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男</a:t>
            </a:r>
            <a:endParaRPr lang="en-US" sz="72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6199660" y="615647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市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6860" y="2083982"/>
            <a:ext cx="11656482" cy="8460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3200" b="1" dirty="0">
                <a:latin typeface="+mn-ea"/>
              </a:rPr>
              <a:t>私の（　　　　　　　　）は　パク　です。</a:t>
            </a:r>
            <a:endParaRPr lang="en-US" altLang="ja-JP" sz="3200" b="1" dirty="0">
              <a:latin typeface="+mn-ea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6860" y="3034296"/>
            <a:ext cx="11656482" cy="8460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3200" b="1" dirty="0">
                <a:latin typeface="+mn-ea"/>
              </a:rPr>
              <a:t>きむらさんは　どんな（　　　　　）のひと　ですか。</a:t>
            </a:r>
            <a:endParaRPr lang="en-US" altLang="ja-JP" sz="3200" b="1" dirty="0">
              <a:latin typeface="+mn-ea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6860" y="3984610"/>
            <a:ext cx="11656482" cy="8460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3200" b="1" dirty="0">
                <a:latin typeface="+mn-ea"/>
              </a:rPr>
              <a:t>その（　　　）のひとは　私の先生です。</a:t>
            </a:r>
            <a:endParaRPr lang="en-US" altLang="ja-JP" sz="3200" b="1" dirty="0">
              <a:latin typeface="+mn-ea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0664905" y="615646"/>
            <a:ext cx="1318108" cy="1085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区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" y="2283567"/>
            <a:ext cx="456860" cy="4468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１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3233881"/>
            <a:ext cx="456860" cy="4468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２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" y="4232750"/>
            <a:ext cx="456860" cy="4468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３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6859" y="4959634"/>
            <a:ext cx="11656482" cy="8460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3200" b="1" dirty="0">
                <a:latin typeface="+mn-ea"/>
              </a:rPr>
              <a:t>私のまち　は　</a:t>
            </a:r>
            <a:r>
              <a:rPr lang="en-US" altLang="ja-JP" sz="3200" b="1" dirty="0">
                <a:latin typeface="+mn-ea"/>
              </a:rPr>
              <a:t>BÌNH THẠNH (      ) </a:t>
            </a:r>
            <a:r>
              <a:rPr lang="ja-JP" altLang="en-US" sz="3200" b="1" dirty="0">
                <a:latin typeface="+mn-ea"/>
              </a:rPr>
              <a:t>です。</a:t>
            </a:r>
            <a:endParaRPr lang="en-US" altLang="ja-JP" sz="3200" b="1" dirty="0">
              <a:latin typeface="+mn-ea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5207774"/>
            <a:ext cx="456860" cy="4468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３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7293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222" y="278740"/>
            <a:ext cx="8841195" cy="13045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1953" y="0"/>
            <a:ext cx="1505131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5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東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71953" y="4414532"/>
            <a:ext cx="4963359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東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57561" y="4414532"/>
            <a:ext cx="5014913" cy="112902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ひがし</a:t>
            </a:r>
            <a:endParaRPr lang="en-US" sz="48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051782" y="4414532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HƯỚNG ĐÔNG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1953" y="5606367"/>
            <a:ext cx="4963359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東京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57561" y="5606367"/>
            <a:ext cx="5014913" cy="112902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とう</a:t>
            </a:r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きょう</a:t>
            </a:r>
            <a:endParaRPr lang="en-US" sz="4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051782" y="5606367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TP TOKYO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290" y="1583307"/>
            <a:ext cx="2848373" cy="154326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857924" y="1583307"/>
            <a:ext cx="4963359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3532" y="1583307"/>
            <a:ext cx="2153620" cy="1137377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ĐÔNG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38935" y="3214340"/>
            <a:ext cx="4051917" cy="6800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MẶT TRỜI LÊN ĐẰNG SAU RẶNG CÂY </a:t>
            </a:r>
          </a:p>
        </p:txBody>
      </p:sp>
    </p:spTree>
    <p:extLst>
      <p:ext uri="{BB962C8B-B14F-4D97-AF65-F5344CB8AC3E}">
        <p14:creationId xmlns:p14="http://schemas.microsoft.com/office/powerpoint/2010/main" val="163674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233555" y="1180026"/>
            <a:ext cx="3585659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19163" y="1180026"/>
            <a:ext cx="2153620" cy="1137377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KINH 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3849" y="3539762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東京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79457" y="3539762"/>
            <a:ext cx="5014913" cy="112902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とう</a:t>
            </a:r>
            <a:r>
              <a:rPr lang="ja-JP" altLang="en-US" sz="48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きょう</a:t>
            </a:r>
            <a:endParaRPr lang="en-US" sz="48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073678" y="3539762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TP TOKYO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419" y="-113333"/>
            <a:ext cx="1505131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5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京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20886" b="51700"/>
          <a:stretch/>
        </p:blipFill>
        <p:spPr>
          <a:xfrm>
            <a:off x="2303416" y="138765"/>
            <a:ext cx="6160646" cy="91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3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49350"/>
          <a:stretch/>
        </p:blipFill>
        <p:spPr>
          <a:xfrm>
            <a:off x="1670276" y="117771"/>
            <a:ext cx="8024883" cy="93730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83041" y="3776163"/>
            <a:ext cx="4882506" cy="868649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名前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368649" y="3776163"/>
            <a:ext cx="5014913" cy="86864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な</a:t>
            </a:r>
            <a:r>
              <a:rPr lang="ja-JP" altLang="en-US" sz="48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まえ</a:t>
            </a:r>
            <a:endParaRPr lang="en-US" sz="48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062870" y="3776163"/>
            <a:ext cx="4235342" cy="86864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TÊN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041" y="5890756"/>
            <a:ext cx="4882506" cy="868649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午前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368649" y="5890756"/>
            <a:ext cx="5014913" cy="86864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ご</a:t>
            </a:r>
            <a:r>
              <a:rPr lang="ja-JP" altLang="en-US" sz="48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ぜん</a:t>
            </a:r>
            <a:endParaRPr lang="en-US" sz="48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062870" y="5890756"/>
            <a:ext cx="4235342" cy="86864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BUỔI SÁNG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505131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5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前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83041" y="4822286"/>
            <a:ext cx="4882506" cy="868649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前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368649" y="4822286"/>
            <a:ext cx="5014913" cy="86864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まえ</a:t>
            </a:r>
            <a:endParaRPr lang="en-US" sz="48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062870" y="4822286"/>
            <a:ext cx="4235342" cy="86864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PHÍA TRƯỚC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323" y="1117892"/>
            <a:ext cx="2886478" cy="132416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670276" y="1146463"/>
            <a:ext cx="3585659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55884" y="1146463"/>
            <a:ext cx="1952797" cy="1137377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TIỀN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08681" y="2441023"/>
            <a:ext cx="3811781" cy="6800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PHẢI LÀM  CƠM XONG TRƯỚC KHI TRĂNG LÊN (TRỜI TỐI)</a:t>
            </a:r>
          </a:p>
        </p:txBody>
      </p:sp>
    </p:spTree>
    <p:extLst>
      <p:ext uri="{BB962C8B-B14F-4D97-AF65-F5344CB8AC3E}">
        <p14:creationId xmlns:p14="http://schemas.microsoft.com/office/powerpoint/2010/main" val="44551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51455"/>
          <a:stretch/>
        </p:blipFill>
        <p:spPr>
          <a:xfrm>
            <a:off x="1921691" y="220668"/>
            <a:ext cx="3740073" cy="93386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6121" y="4474817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中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91728" y="4474817"/>
            <a:ext cx="5014914" cy="112902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なか</a:t>
            </a:r>
            <a:endParaRPr lang="en-US" sz="48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56907" y="4474817"/>
            <a:ext cx="3502495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BÊN TRONG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121" y="5666652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中国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791728" y="5666652"/>
            <a:ext cx="5014914" cy="112902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ちゅう</a:t>
            </a:r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ごく</a:t>
            </a:r>
            <a:endParaRPr lang="en-US" sz="4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56908" y="5666652"/>
            <a:ext cx="3502495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CHINA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3041" y="0"/>
            <a:ext cx="1505131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5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中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619" y="-8271"/>
            <a:ext cx="2651726" cy="1391745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921691" y="1293359"/>
            <a:ext cx="2918729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7272" y="1293359"/>
            <a:ext cx="2510167" cy="1137377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TRUNG</a:t>
            </a:r>
          </a:p>
        </p:txBody>
      </p:sp>
    </p:spTree>
    <p:extLst>
      <p:ext uri="{BB962C8B-B14F-4D97-AF65-F5344CB8AC3E}">
        <p14:creationId xmlns:p14="http://schemas.microsoft.com/office/powerpoint/2010/main" val="882704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143648"/>
            <a:ext cx="2171196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5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国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71954" y="5443598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中国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357562" y="5443598"/>
            <a:ext cx="5014913" cy="112902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ちゅう</a:t>
            </a:r>
            <a:r>
              <a:rPr lang="ja-JP" altLang="en-US" sz="48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ごく</a:t>
            </a:r>
            <a:endParaRPr lang="en-US" sz="48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051783" y="5443598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TRUNG QUỐC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1954" y="4150141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国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357562" y="4150141"/>
            <a:ext cx="5014913" cy="112902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くに</a:t>
            </a:r>
            <a:endParaRPr lang="en-US" sz="48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51783" y="4150141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ĐẤT NƯỚC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/>
          <a:srcRect r="2712" b="51680"/>
          <a:stretch/>
        </p:blipFill>
        <p:spPr>
          <a:xfrm>
            <a:off x="1475815" y="132064"/>
            <a:ext cx="7532390" cy="81750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973" y="949569"/>
            <a:ext cx="3077004" cy="15051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475815" y="1114006"/>
            <a:ext cx="2918729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1396" y="1114006"/>
            <a:ext cx="2510167" cy="1137377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QUỐC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33973" y="2454729"/>
            <a:ext cx="3358917" cy="6800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MỘT VỊ VUA VỚI VIÊN NGỌC TRONG TÒA THÀNH</a:t>
            </a:r>
          </a:p>
        </p:txBody>
      </p:sp>
    </p:spTree>
    <p:extLst>
      <p:ext uri="{BB962C8B-B14F-4D97-AF65-F5344CB8AC3E}">
        <p14:creationId xmlns:p14="http://schemas.microsoft.com/office/powerpoint/2010/main" val="2703675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b="50306"/>
          <a:stretch/>
        </p:blipFill>
        <p:spPr>
          <a:xfrm>
            <a:off x="2075967" y="104631"/>
            <a:ext cx="6290112" cy="91043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075967" y="1083658"/>
            <a:ext cx="3585659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61574" y="1077884"/>
            <a:ext cx="2005065" cy="1137377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122" y="4152550"/>
            <a:ext cx="4882506" cy="91439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男</a:t>
            </a:r>
            <a:endParaRPr lang="en-US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791729" y="4152550"/>
            <a:ext cx="5014914" cy="914391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おとこ</a:t>
            </a:r>
            <a:endParaRPr lang="en-US" sz="3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24633" y="4152550"/>
            <a:ext cx="3930555" cy="914391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ĐÀN ÔNG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6121" y="5250111"/>
            <a:ext cx="4882506" cy="91439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男の人</a:t>
            </a:r>
            <a:endParaRPr lang="en-US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791728" y="5250111"/>
            <a:ext cx="5014914" cy="914391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おとこ</a:t>
            </a:r>
            <a:r>
              <a:rPr lang="ja-JP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のひと</a:t>
            </a:r>
            <a:endParaRPr lang="en-US" sz="3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24633" y="5250111"/>
            <a:ext cx="3930555" cy="914391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NGƯỜI ĐÀN ÔNG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7754" y="-103361"/>
            <a:ext cx="217119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38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男</a:t>
            </a:r>
            <a:endParaRPr lang="en-US" sz="138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239" y="79464"/>
            <a:ext cx="2491464" cy="119104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449804" y="1529429"/>
            <a:ext cx="3358917" cy="6800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MỘT ANH CHÀNG LỰC ĐIỀN</a:t>
            </a:r>
          </a:p>
        </p:txBody>
      </p:sp>
    </p:spTree>
    <p:extLst>
      <p:ext uri="{BB962C8B-B14F-4D97-AF65-F5344CB8AC3E}">
        <p14:creationId xmlns:p14="http://schemas.microsoft.com/office/powerpoint/2010/main" val="409499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b="49895"/>
          <a:stretch/>
        </p:blipFill>
        <p:spPr>
          <a:xfrm>
            <a:off x="2152099" y="42642"/>
            <a:ext cx="3048425" cy="99759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52099" y="1298176"/>
            <a:ext cx="3585659" cy="868363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7707" y="1298176"/>
            <a:ext cx="1696898" cy="877269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NỮ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121" y="4474817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女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791729" y="4474817"/>
            <a:ext cx="5014913" cy="112902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おんな</a:t>
            </a:r>
            <a:endParaRPr lang="en-US" sz="4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56908" y="4474817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NỮ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6121" y="5666652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女の人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791729" y="5666652"/>
            <a:ext cx="5014913" cy="112902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おんな</a:t>
            </a:r>
            <a:r>
              <a:rPr lang="ja-JP" alt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のひと</a:t>
            </a:r>
            <a:endParaRPr lang="en-US" sz="4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56908" y="5666652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NGƯỜI NỮ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7754" y="-103361"/>
            <a:ext cx="217119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38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女</a:t>
            </a:r>
            <a:endParaRPr lang="en-US" sz="138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628" y="42643"/>
            <a:ext cx="1935630" cy="10841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12362" y="324575"/>
            <a:ext cx="3358917" cy="6800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HÌNH ẢNH CỦA 1 CÔ GÁI</a:t>
            </a:r>
          </a:p>
        </p:txBody>
      </p:sp>
    </p:spTree>
    <p:extLst>
      <p:ext uri="{BB962C8B-B14F-4D97-AF65-F5344CB8AC3E}">
        <p14:creationId xmlns:p14="http://schemas.microsoft.com/office/powerpoint/2010/main" val="3398077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1954" y="-164221"/>
            <a:ext cx="1899734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38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市</a:t>
            </a:r>
            <a:endParaRPr lang="en-US" sz="138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527452" y="1069208"/>
            <a:ext cx="4882506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3034" y="1063829"/>
            <a:ext cx="1995583" cy="1125830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vi-VN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THỊ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064" y="3516806"/>
            <a:ext cx="4882506" cy="99113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～市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783435" y="3516806"/>
            <a:ext cx="4505150" cy="991131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～し</a:t>
            </a:r>
            <a:endParaRPr lang="en-US" sz="4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624789" y="3516806"/>
            <a:ext cx="3786793" cy="991131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THÀNH PHỐ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660" r="2367" b="51067"/>
          <a:stretch/>
        </p:blipFill>
        <p:spPr>
          <a:xfrm>
            <a:off x="2484620" y="142876"/>
            <a:ext cx="4116206" cy="84702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064" y="4578675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ホーチミン市</a:t>
            </a:r>
            <a:endParaRPr lang="en-US" sz="4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83435" y="4578675"/>
            <a:ext cx="4505150" cy="112902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ホーチミン</a:t>
            </a:r>
            <a:r>
              <a:rPr lang="ja-JP" altLang="en-US" sz="4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し</a:t>
            </a:r>
            <a:endParaRPr lang="en-US" sz="40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624789" y="4578675"/>
            <a:ext cx="3786793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TP HỒ CHÍ MINH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563" y="142876"/>
            <a:ext cx="3089560" cy="156760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42563" y="1781223"/>
            <a:ext cx="3358917" cy="6800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NHIỀU NGƯỜI ĐANG CHEN NHAU TRONG KHU CHỢ</a:t>
            </a:r>
          </a:p>
        </p:txBody>
      </p:sp>
    </p:spTree>
    <p:extLst>
      <p:ext uri="{BB962C8B-B14F-4D97-AF65-F5344CB8AC3E}">
        <p14:creationId xmlns:p14="http://schemas.microsoft.com/office/powerpoint/2010/main" val="506153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1954" y="-164221"/>
            <a:ext cx="1899734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38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区</a:t>
            </a:r>
            <a:endParaRPr lang="en-US" sz="138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71954" y="1891329"/>
            <a:ext cx="4882506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7536" y="1885950"/>
            <a:ext cx="4067664" cy="1125830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KHU </a:t>
            </a:r>
            <a:r>
              <a:rPr lang="vi-VN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71954" y="4337109"/>
            <a:ext cx="3376589" cy="908838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～区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548542" y="4337109"/>
            <a:ext cx="3892493" cy="908838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～く</a:t>
            </a:r>
            <a:endParaRPr lang="en-US" sz="4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315201" y="4337109"/>
            <a:ext cx="4563610" cy="908838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QUẬN</a:t>
            </a:r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～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71953" y="5303074"/>
            <a:ext cx="3376589" cy="908838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タンビン区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548541" y="5303074"/>
            <a:ext cx="3892493" cy="908838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タンビン</a:t>
            </a:r>
            <a:r>
              <a:rPr lang="ja-JP" altLang="en-US" sz="48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く</a:t>
            </a:r>
            <a:endParaRPr lang="en-US" sz="48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0" y="5303074"/>
            <a:ext cx="4563610" cy="908838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QUẬN</a:t>
            </a:r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ja-JP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TÂN BÌNH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3434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3"/>
          <p:cNvSpPr/>
          <p:nvPr/>
        </p:nvSpPr>
        <p:spPr>
          <a:xfrm>
            <a:off x="185286" y="740715"/>
            <a:ext cx="3300531" cy="629097"/>
          </a:xfrm>
          <a:prstGeom prst="round2Diag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Ý NGHĨA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5287" y="1369812"/>
            <a:ext cx="3300531" cy="706674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QUỐC  (QUỐC GIA)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95568" y="766164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王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00081" y="766164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玉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004594" y="766164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来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609107" y="766164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玊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/>
          <a:srcRect l="20214" t="12189" r="18823" b="27986"/>
          <a:stretch/>
        </p:blipFill>
        <p:spPr>
          <a:xfrm>
            <a:off x="3546948" y="639641"/>
            <a:ext cx="1639019" cy="1535502"/>
          </a:xfrm>
          <a:prstGeom prst="rect">
            <a:avLst/>
          </a:prstGeom>
        </p:spPr>
      </p:pic>
      <p:sp>
        <p:nvSpPr>
          <p:cNvPr id="18" name="Round Diagonal Corner Rectangle 17"/>
          <p:cNvSpPr/>
          <p:nvPr/>
        </p:nvSpPr>
        <p:spPr>
          <a:xfrm>
            <a:off x="185284" y="2963664"/>
            <a:ext cx="3300531" cy="629097"/>
          </a:xfrm>
          <a:prstGeom prst="round2Diag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Ý NGHĨA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5285" y="3592761"/>
            <a:ext cx="3300531" cy="706674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 ( NAM GIỚI ) </a:t>
            </a:r>
          </a:p>
        </p:txBody>
      </p:sp>
      <p:sp>
        <p:nvSpPr>
          <p:cNvPr id="21" name="Round Diagonal Corner Rectangle 20"/>
          <p:cNvSpPr/>
          <p:nvPr/>
        </p:nvSpPr>
        <p:spPr>
          <a:xfrm>
            <a:off x="185286" y="5245748"/>
            <a:ext cx="3300531" cy="629097"/>
          </a:xfrm>
          <a:prstGeom prst="round2Diag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Ý NGHĨA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5287" y="5874845"/>
            <a:ext cx="3300531" cy="706674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ĐÔNG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7182" y="2939483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刀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321695" y="2939483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月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926208" y="2939483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力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530721" y="2939483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九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10" y="2779066"/>
            <a:ext cx="2017951" cy="192650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4"/>
          <a:srcRect l="16201" t="12775" r="16410" b="29075"/>
          <a:stretch/>
        </p:blipFill>
        <p:spPr>
          <a:xfrm>
            <a:off x="3644603" y="5033639"/>
            <a:ext cx="1628734" cy="154788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717182" y="5112802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四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321695" y="5112802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口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926208" y="5112802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因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530721" y="5112802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日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276088" y="232912"/>
            <a:ext cx="445066" cy="6394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A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898328" y="232911"/>
            <a:ext cx="445066" cy="6394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rgbClr val="FF0000"/>
                </a:solidFill>
              </a:rPr>
              <a:t>B</a:t>
            </a:r>
            <a:endParaRPr lang="en-US" sz="3200" b="1" dirty="0">
              <a:ln w="0"/>
              <a:solidFill>
                <a:srgbClr val="FF0000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485114" y="232910"/>
            <a:ext cx="445066" cy="6394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C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1071900" y="232909"/>
            <a:ext cx="445066" cy="6394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D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276088" y="2459348"/>
            <a:ext cx="445066" cy="63944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A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898328" y="2459347"/>
            <a:ext cx="445066" cy="63944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B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485114" y="2459346"/>
            <a:ext cx="445066" cy="63944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rgbClr val="FF0000"/>
                </a:solidFill>
              </a:rPr>
              <a:t>C</a:t>
            </a:r>
            <a:endParaRPr lang="en-US" sz="3200" b="1" dirty="0">
              <a:ln w="0"/>
              <a:solidFill>
                <a:srgbClr val="FF0000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071900" y="2459345"/>
            <a:ext cx="445066" cy="63944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D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225031" y="4606310"/>
            <a:ext cx="445066" cy="63944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A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847271" y="4606309"/>
            <a:ext cx="445066" cy="63944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B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434057" y="4606308"/>
            <a:ext cx="445066" cy="63944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C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1020843" y="4606307"/>
            <a:ext cx="445066" cy="63944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rgbClr val="FF0000"/>
                </a:solidFill>
              </a:rPr>
              <a:t>D</a:t>
            </a:r>
            <a:endParaRPr lang="en-US" sz="3200" b="1" dirty="0">
              <a:ln w="0"/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029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3"/>
          <p:cNvSpPr/>
          <p:nvPr/>
        </p:nvSpPr>
        <p:spPr>
          <a:xfrm>
            <a:off x="185286" y="740715"/>
            <a:ext cx="3300531" cy="629097"/>
          </a:xfrm>
          <a:prstGeom prst="round2Diag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Ý NGHĨA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5287" y="1369812"/>
            <a:ext cx="3300531" cy="706674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TRUNG </a:t>
            </a:r>
          </a:p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 TRONG, GIỮA )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95568" y="766164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四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00081" y="766164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口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004594" y="766164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日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609107" y="766164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冂</a:t>
            </a:r>
          </a:p>
        </p:txBody>
      </p:sp>
      <p:sp>
        <p:nvSpPr>
          <p:cNvPr id="18" name="Round Diagonal Corner Rectangle 17"/>
          <p:cNvSpPr/>
          <p:nvPr/>
        </p:nvSpPr>
        <p:spPr>
          <a:xfrm>
            <a:off x="185284" y="2963664"/>
            <a:ext cx="3300531" cy="629097"/>
          </a:xfrm>
          <a:prstGeom prst="round2Diag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Ý NGHĨA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5285" y="3592761"/>
            <a:ext cx="3300531" cy="706674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KHU ( QUẬN ) </a:t>
            </a:r>
          </a:p>
        </p:txBody>
      </p:sp>
      <p:sp>
        <p:nvSpPr>
          <p:cNvPr id="21" name="Round Diagonal Corner Rectangle 20"/>
          <p:cNvSpPr/>
          <p:nvPr/>
        </p:nvSpPr>
        <p:spPr>
          <a:xfrm>
            <a:off x="185286" y="5245748"/>
            <a:ext cx="3300531" cy="629097"/>
          </a:xfrm>
          <a:prstGeom prst="round2Diag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Ý NGHĨA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5287" y="5874845"/>
            <a:ext cx="3300531" cy="706674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THỊ ( THÀNH PHỐ 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7182" y="2939483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弋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321695" y="2939483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𠆢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926208" y="2939483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人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530721" y="2939483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717182" y="5112802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巾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321695" y="5112802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屮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926208" y="5112802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山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530721" y="5112802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6088" y="232912"/>
            <a:ext cx="445066" cy="6394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A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898328" y="232911"/>
            <a:ext cx="445066" cy="6394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rgbClr val="FF0000"/>
                </a:solidFill>
              </a:rPr>
              <a:t>B</a:t>
            </a:r>
            <a:endParaRPr lang="en-US" sz="3200" b="1" dirty="0">
              <a:ln w="0"/>
              <a:solidFill>
                <a:srgbClr val="FF0000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485114" y="232910"/>
            <a:ext cx="445066" cy="6394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C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1071900" y="232909"/>
            <a:ext cx="445066" cy="6394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D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276088" y="2459348"/>
            <a:ext cx="445066" cy="63944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A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898328" y="2459347"/>
            <a:ext cx="445066" cy="63944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B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485114" y="2459346"/>
            <a:ext cx="445066" cy="63944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C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071900" y="2459345"/>
            <a:ext cx="445066" cy="63944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rgbClr val="FF0000"/>
                </a:solidFill>
              </a:rPr>
              <a:t>D</a:t>
            </a:r>
            <a:endParaRPr lang="en-US" sz="3200" b="1" dirty="0">
              <a:ln w="0"/>
              <a:solidFill>
                <a:srgbClr val="FF0000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225031" y="4606310"/>
            <a:ext cx="445066" cy="63944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rgbClr val="FF0000"/>
                </a:solidFill>
              </a:rPr>
              <a:t>A</a:t>
            </a:r>
            <a:endParaRPr lang="en-US" sz="3200" b="1" dirty="0">
              <a:ln w="0"/>
              <a:solidFill>
                <a:srgbClr val="FF0000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847271" y="4606309"/>
            <a:ext cx="445066" cy="63944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B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434057" y="4606308"/>
            <a:ext cx="445066" cy="63944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C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1020843" y="4606307"/>
            <a:ext cx="445066" cy="63944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D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860589" y="766164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|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98445" y="2963664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8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匚</a:t>
            </a:r>
            <a:endParaRPr lang="en-US" sz="88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382" y="3123331"/>
            <a:ext cx="990069" cy="96390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3949085" y="5126223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880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亠</a:t>
            </a:r>
            <a:endParaRPr lang="en-US" sz="88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20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3"/>
          <p:cNvSpPr/>
          <p:nvPr/>
        </p:nvSpPr>
        <p:spPr>
          <a:xfrm>
            <a:off x="185286" y="740715"/>
            <a:ext cx="3300531" cy="629097"/>
          </a:xfrm>
          <a:prstGeom prst="round2Diag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Ý NGHĨA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5287" y="1369812"/>
            <a:ext cx="3300531" cy="706674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DANH ( TÊN )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95568" y="766164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ク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00081" y="766164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ケ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004594" y="766164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夕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609107" y="766164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歹</a:t>
            </a:r>
          </a:p>
        </p:txBody>
      </p:sp>
      <p:sp>
        <p:nvSpPr>
          <p:cNvPr id="18" name="Round Diagonal Corner Rectangle 17"/>
          <p:cNvSpPr/>
          <p:nvPr/>
        </p:nvSpPr>
        <p:spPr>
          <a:xfrm>
            <a:off x="185284" y="2963664"/>
            <a:ext cx="3300531" cy="629097"/>
          </a:xfrm>
          <a:prstGeom prst="round2Diag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Ý NGHĨA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5285" y="3592761"/>
            <a:ext cx="3300531" cy="706674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TIỀN ( TRƯỚC ) </a:t>
            </a:r>
          </a:p>
        </p:txBody>
      </p:sp>
      <p:sp>
        <p:nvSpPr>
          <p:cNvPr id="21" name="Round Diagonal Corner Rectangle 20"/>
          <p:cNvSpPr/>
          <p:nvPr/>
        </p:nvSpPr>
        <p:spPr>
          <a:xfrm>
            <a:off x="185286" y="5245748"/>
            <a:ext cx="3300531" cy="629097"/>
          </a:xfrm>
          <a:prstGeom prst="round2Diag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Ý NGHĨA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5287" y="5874845"/>
            <a:ext cx="3300531" cy="706674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KINH ( KINH ĐÔ )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7182" y="2939483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297329" y="2952003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926208" y="2939483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530721" y="2939483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562461" y="5112802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小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321695" y="5112802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女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926208" y="5112802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少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530721" y="5112802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6088" y="232912"/>
            <a:ext cx="445066" cy="6394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A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898328" y="232911"/>
            <a:ext cx="445066" cy="6394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B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485114" y="232910"/>
            <a:ext cx="445066" cy="6394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rgbClr val="FF0000"/>
                </a:solidFill>
              </a:rPr>
              <a:t>C</a:t>
            </a:r>
            <a:endParaRPr lang="en-US" sz="3200" b="1" dirty="0">
              <a:ln w="0"/>
              <a:solidFill>
                <a:srgbClr val="FF0000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1071900" y="232909"/>
            <a:ext cx="445066" cy="6394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D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276088" y="2459348"/>
            <a:ext cx="445066" cy="63944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A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898328" y="2459347"/>
            <a:ext cx="445066" cy="63944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rgbClr val="FF0000"/>
                </a:solidFill>
              </a:rPr>
              <a:t>B</a:t>
            </a:r>
            <a:endParaRPr lang="en-US" sz="3200" b="1" dirty="0">
              <a:ln w="0"/>
              <a:solidFill>
                <a:srgbClr val="FF0000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485114" y="2459346"/>
            <a:ext cx="445066" cy="63944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C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071900" y="2459345"/>
            <a:ext cx="445066" cy="63944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D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225031" y="4606310"/>
            <a:ext cx="445066" cy="63944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rgbClr val="FF0000"/>
                </a:solidFill>
              </a:rPr>
              <a:t>A</a:t>
            </a:r>
            <a:endParaRPr lang="en-US" sz="3200" b="1" dirty="0">
              <a:ln w="0"/>
              <a:solidFill>
                <a:srgbClr val="FF0000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847271" y="4606309"/>
            <a:ext cx="445066" cy="63944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B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434057" y="4606308"/>
            <a:ext cx="445066" cy="63944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C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1020843" y="4606307"/>
            <a:ext cx="445066" cy="63944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ln w="0"/>
                <a:solidFill>
                  <a:schemeClr val="bg1"/>
                </a:solidFill>
              </a:rPr>
              <a:t>D</a:t>
            </a:r>
            <a:endParaRPr lang="en-US" sz="32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860589" y="766164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898445" y="2963664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8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949085" y="5126223"/>
            <a:ext cx="1406106" cy="13065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88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272" y="1453709"/>
            <a:ext cx="714841" cy="5388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218" y="3147165"/>
            <a:ext cx="1247005" cy="3872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5570" y="3147165"/>
            <a:ext cx="968467" cy="7116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871" y="3177958"/>
            <a:ext cx="1220508" cy="87796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3006" y="3074948"/>
            <a:ext cx="1312060" cy="111623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3073" y="3145373"/>
            <a:ext cx="1161402" cy="96987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5675" y="5179644"/>
            <a:ext cx="1258876" cy="69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8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50333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NGHE VÀ CHỌN KANJI ĐÚNG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0281" y="906143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6537" y="915288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84955" y="915288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00327"/>
            <a:ext cx="12192000" cy="45719"/>
          </a:xfrm>
          <a:prstGeom prst="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2193306"/>
            <a:ext cx="12192000" cy="45719"/>
          </a:xfrm>
          <a:prstGeom prst="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0" y="3830504"/>
            <a:ext cx="12192000" cy="45719"/>
          </a:xfrm>
          <a:prstGeom prst="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0" y="5500624"/>
            <a:ext cx="12192000" cy="45719"/>
          </a:xfrm>
          <a:prstGeom prst="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中国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32509" y="954273"/>
            <a:ext cx="609600" cy="609600"/>
          </a:xfrm>
          <a:prstGeom prst="rect">
            <a:avLst/>
          </a:prstGeom>
        </p:spPr>
      </p:pic>
      <p:pic>
        <p:nvPicPr>
          <p:cNvPr id="3" name="名前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03995" y="2744490"/>
            <a:ext cx="609600" cy="609600"/>
          </a:xfrm>
          <a:prstGeom prst="rect">
            <a:avLst/>
          </a:prstGeom>
        </p:spPr>
      </p:pic>
      <p:pic>
        <p:nvPicPr>
          <p:cNvPr id="5" name="3東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12836" y="4403039"/>
            <a:ext cx="609600" cy="609600"/>
          </a:xfrm>
          <a:prstGeom prst="rect">
            <a:avLst/>
          </a:prstGeom>
        </p:spPr>
      </p:pic>
      <p:pic>
        <p:nvPicPr>
          <p:cNvPr id="7" name="ku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87240" y="5834600"/>
            <a:ext cx="609600" cy="60960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2582251" y="907310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中国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5900950" y="914673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名前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9345330" y="918695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東京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2100281" y="2526201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46537" y="2535346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B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84955" y="2535346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82251" y="2527368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中国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900950" y="2534731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名前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9345330" y="2538753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東京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2100281" y="4164567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46537" y="4173712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884955" y="4173712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C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82251" y="4165734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東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900950" y="4173097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前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9345330" y="4177119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市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2100281" y="5777583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46537" y="5786728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B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884955" y="5786728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582251" y="5778750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国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5900950" y="5786113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市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9345330" y="5790135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区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04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8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5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3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49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50333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NGHE VÀ CHỌN KANJI ĐÚNG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0281" y="906143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6537" y="915288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84955" y="915288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00327"/>
            <a:ext cx="12192000" cy="45719"/>
          </a:xfrm>
          <a:prstGeom prst="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2193306"/>
            <a:ext cx="12192000" cy="45719"/>
          </a:xfrm>
          <a:prstGeom prst="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0" y="3830504"/>
            <a:ext cx="12192000" cy="45719"/>
          </a:xfrm>
          <a:prstGeom prst="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2582251" y="907310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国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5900950" y="914673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男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9345330" y="918695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女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2100281" y="2526201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46537" y="2535346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B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84955" y="2535346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82251" y="2527368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女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900950" y="2534731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前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9345330" y="2538753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男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2100281" y="4164567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46537" y="4173712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884955" y="4173712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C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82251" y="4165734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国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900950" y="4173097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中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9345330" y="4177119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東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pic>
        <p:nvPicPr>
          <p:cNvPr id="2" name="国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99561" y="4367163"/>
            <a:ext cx="609600" cy="609600"/>
          </a:xfrm>
          <a:prstGeom prst="rect">
            <a:avLst/>
          </a:prstGeom>
        </p:spPr>
      </p:pic>
      <p:pic>
        <p:nvPicPr>
          <p:cNvPr id="8" name="2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62347" y="2729964"/>
            <a:ext cx="609600" cy="609600"/>
          </a:xfrm>
          <a:prstGeom prst="rect">
            <a:avLst/>
          </a:prstGeom>
        </p:spPr>
      </p:pic>
      <p:pic>
        <p:nvPicPr>
          <p:cNvPr id="9" name="1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85451" y="970732"/>
            <a:ext cx="609600" cy="6096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5457485"/>
            <a:ext cx="12192000" cy="45719"/>
          </a:xfrm>
          <a:prstGeom prst="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100281" y="5791548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46537" y="5800693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84955" y="5800693"/>
            <a:ext cx="460375" cy="57481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82251" y="5792715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国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900950" y="5800078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市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345330" y="5804100"/>
            <a:ext cx="2471630" cy="10022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東</a:t>
            </a:r>
            <a:endParaRPr lang="en-US" sz="72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pic>
        <p:nvPicPr>
          <p:cNvPr id="10" name="shi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48412" y="590736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3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26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36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23171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62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7476" y="812203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国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4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ĐẤT NƯỚC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くに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3966223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8221" y="765445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中国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4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TRUNG QUỐC 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ちゅうごく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223959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7476" y="812203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市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4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THÀNH PHỐ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し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88224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7476" y="812203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区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4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QUẬN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く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245906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0924" y="812203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名前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4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TÊN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なまえ</a:t>
            </a:r>
            <a:r>
              <a:rPr lang="en-US" altLang="ja-JP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275799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5062" y="812203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東京 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4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9303140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THÀNH PHỐ TOKYO (ĐÔNG KINH)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9303140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とうきょう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164332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6331" y="812203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午前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4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BUỔI SÁNG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ごぜん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254179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7476" y="812203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女 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4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Nữ</a:t>
            </a:r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おんな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98040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9521" y="821691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女の人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4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NGƯỜI NỮ 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おんなのひと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192326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7476" y="812203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男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4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おとこ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178092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6069" y="821691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男の人 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4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NGƯỜI NAM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おとこのひと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811455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746</Words>
  <Application>Microsoft Office PowerPoint</Application>
  <PresentationFormat>Widescreen</PresentationFormat>
  <Paragraphs>347</Paragraphs>
  <Slides>28</Slides>
  <Notes>11</Notes>
  <HiddenSlides>0</HiddenSlides>
  <MMClips>8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Kozuka Mincho Pr6N EL</vt:lpstr>
      <vt:lpstr>游ゴシック</vt:lpstr>
      <vt:lpstr>Yu Gothic UI Light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Phi</cp:lastModifiedBy>
  <cp:revision>16</cp:revision>
  <dcterms:created xsi:type="dcterms:W3CDTF">2023-02-02T16:29:46Z</dcterms:created>
  <dcterms:modified xsi:type="dcterms:W3CDTF">2023-02-08T06:12:13Z</dcterms:modified>
</cp:coreProperties>
</file>