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72371A66-E962-49E3-9F33-2987882AD9A3}" type="datetimeFigureOut">
              <a:rPr lang="vi-VN" smtClean="0"/>
              <a:t>21/02/2023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17BB-D84F-46EF-98D1-00332D57DEA0}" type="slidenum">
              <a:rPr lang="vi-VN" smtClean="0"/>
              <a:t>‹#›</a:t>
            </a:fld>
            <a:endParaRPr lang="vi-V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641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1A66-E962-49E3-9F33-2987882AD9A3}" type="datetimeFigureOut">
              <a:rPr lang="vi-VN" smtClean="0"/>
              <a:t>21/02/2023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17BB-D84F-46EF-98D1-00332D57D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060085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1A66-E962-49E3-9F33-2987882AD9A3}" type="datetimeFigureOut">
              <a:rPr lang="vi-VN" smtClean="0"/>
              <a:t>21/02/2023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17BB-D84F-46EF-98D1-00332D57DEA0}" type="slidenum">
              <a:rPr lang="vi-VN" smtClean="0"/>
              <a:t>‹#›</a:t>
            </a:fld>
            <a:endParaRPr lang="vi-V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074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1A66-E962-49E3-9F33-2987882AD9A3}" type="datetimeFigureOut">
              <a:rPr lang="vi-VN" smtClean="0"/>
              <a:t>21/02/2023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17BB-D84F-46EF-98D1-00332D57D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85092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1A66-E962-49E3-9F33-2987882AD9A3}" type="datetimeFigureOut">
              <a:rPr lang="vi-VN" smtClean="0"/>
              <a:t>21/02/2023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17BB-D84F-46EF-98D1-00332D57D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37913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1A66-E962-49E3-9F33-2987882AD9A3}" type="datetimeFigureOut">
              <a:rPr lang="vi-VN" smtClean="0"/>
              <a:t>21/02/2023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17BB-D84F-46EF-98D1-00332D57D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877251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1A66-E962-49E3-9F33-2987882AD9A3}" type="datetimeFigureOut">
              <a:rPr lang="vi-VN" smtClean="0"/>
              <a:t>21/02/2023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17BB-D84F-46EF-98D1-00332D57D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58382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1A66-E962-49E3-9F33-2987882AD9A3}" type="datetimeFigureOut">
              <a:rPr lang="vi-VN" smtClean="0"/>
              <a:t>21/02/2023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17BB-D84F-46EF-98D1-00332D57D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02616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1A66-E962-49E3-9F33-2987882AD9A3}" type="datetimeFigureOut">
              <a:rPr lang="vi-VN" smtClean="0"/>
              <a:t>21/02/2023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17BB-D84F-46EF-98D1-00332D57DEA0}" type="slidenum">
              <a:rPr lang="vi-VN" smtClean="0"/>
              <a:t>‹#›</a:t>
            </a:fld>
            <a:endParaRPr lang="vi-V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5545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1A66-E962-49E3-9F33-2987882AD9A3}" type="datetimeFigureOut">
              <a:rPr lang="vi-VN" smtClean="0"/>
              <a:t>21/02/2023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17BB-D84F-46EF-98D1-00332D57DEA0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893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71A66-E962-49E3-9F33-2987882AD9A3}" type="datetimeFigureOut">
              <a:rPr lang="vi-VN" smtClean="0"/>
              <a:t>21/02/2023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D17BB-D84F-46EF-98D1-00332D57DEA0}" type="slidenum">
              <a:rPr lang="vi-VN" smtClean="0"/>
              <a:t>‹#›</a:t>
            </a:fld>
            <a:endParaRPr lang="vi-V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677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72371A66-E962-49E3-9F33-2987882AD9A3}" type="datetimeFigureOut">
              <a:rPr lang="vi-VN" smtClean="0"/>
              <a:t>21/02/2023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BFCD17BB-D84F-46EF-98D1-00332D57DEA0}" type="slidenum">
              <a:rPr lang="vi-VN" smtClean="0"/>
              <a:t>‹#›</a:t>
            </a:fld>
            <a:endParaRPr lang="vi-VN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49434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E1034-3AF2-DA69-BD14-C51CB1CB97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MAS291</a:t>
            </a:r>
            <a:endParaRPr lang="vi-V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E6F84-3991-87BD-7ACD-DF420BAF1C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Assignment 01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87754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A23D2-1429-1307-F045-C6578FCB7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Theory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CA0AE-8F1F-4E4C-90AA-FA80BC1A05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are the probability distributions of</a:t>
            </a:r>
          </a:p>
          <a:p>
            <a:r>
              <a:rPr lang="en-US" dirty="0"/>
              <a:t>A) Sample Mean</a:t>
            </a:r>
          </a:p>
          <a:p>
            <a:r>
              <a:rPr lang="en-US" dirty="0"/>
              <a:t>B) Sample Proportion</a:t>
            </a:r>
          </a:p>
          <a:p>
            <a:r>
              <a:rPr lang="en-US" dirty="0"/>
              <a:t>C) Sample Variance</a:t>
            </a:r>
          </a:p>
          <a:p>
            <a:r>
              <a:rPr lang="en-US" dirty="0"/>
              <a:t>D) Difference of 2 sample means</a:t>
            </a:r>
          </a:p>
          <a:p>
            <a:r>
              <a:rPr lang="en-US" dirty="0"/>
              <a:t>E) Difference of 2 sample proportions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3033142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06A59-0BE4-881E-22BA-8DB74D898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BA3A3-B8D3-52B2-87B7-3B2440D63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2405F7-3A1A-6F8C-26DD-2CA9BDC686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326" y="1904448"/>
            <a:ext cx="5620189" cy="43311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AEE5FD9-4830-EDC3-3FAD-20D92CC31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825" y="585216"/>
            <a:ext cx="5285501" cy="264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968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A8659-EAFB-52F5-3858-F819F9D6B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Exercises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8104DF-D718-985B-55B9-9210AD0AB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78AA5F-5503-0D12-4C51-D21AF15EB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524" y="1802458"/>
            <a:ext cx="5353797" cy="4820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1FB7CA-C298-A223-99BE-7F9E3ABE4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679" y="1978019"/>
            <a:ext cx="5296639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049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7</TotalTime>
  <Words>38</Words>
  <Application>Microsoft Office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Tahoma</vt:lpstr>
      <vt:lpstr>Tw Cen MT</vt:lpstr>
      <vt:lpstr>Tw Cen MT Condensed</vt:lpstr>
      <vt:lpstr>Wingdings 3</vt:lpstr>
      <vt:lpstr>Integral</vt:lpstr>
      <vt:lpstr>MAS291</vt:lpstr>
      <vt:lpstr>Theory</vt:lpstr>
      <vt:lpstr>Exercises</vt:lpstr>
      <vt:lpstr>Exercises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MAS291</dc:title>
  <dc:creator>Nguyen Van Tien (FE FPTU HCM)</dc:creator>
  <cp:lastModifiedBy>Nguyen Van Tien (FE FPTU HCM)</cp:lastModifiedBy>
  <cp:revision>4</cp:revision>
  <dcterms:created xsi:type="dcterms:W3CDTF">2023-02-21T09:45:27Z</dcterms:created>
  <dcterms:modified xsi:type="dcterms:W3CDTF">2023-02-21T09:53:00Z</dcterms:modified>
</cp:coreProperties>
</file>